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DB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05192" y="790448"/>
            <a:ext cx="8437880" cy="1245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FFDB15"/>
                </a:solidFill>
                <a:latin typeface="Noto Sans CJK HK"/>
                <a:cs typeface="Noto Sans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16000" y="5317744"/>
            <a:ext cx="12219940" cy="1854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FDB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FFDB15"/>
                </a:solidFill>
                <a:latin typeface="Noto Sans CJK HK"/>
                <a:cs typeface="Noto Sans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FFDB15"/>
                </a:solidFill>
                <a:latin typeface="Noto Sans CJK HK"/>
                <a:cs typeface="Noto Sans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8003012" y="0"/>
            <a:ext cx="285115" cy="10287000"/>
          </a:xfrm>
          <a:custGeom>
            <a:avLst/>
            <a:gdLst/>
            <a:ahLst/>
            <a:cxnLst/>
            <a:rect l="l" t="t" r="r" b="b"/>
            <a:pathLst>
              <a:path w="285115" h="10287000">
                <a:moveTo>
                  <a:pt x="0" y="0"/>
                </a:moveTo>
                <a:lnTo>
                  <a:pt x="0" y="10286996"/>
                </a:lnTo>
                <a:lnTo>
                  <a:pt x="284988" y="10286996"/>
                </a:lnTo>
                <a:lnTo>
                  <a:pt x="2849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178203" y="3008820"/>
            <a:ext cx="1932939" cy="1932939"/>
          </a:xfrm>
          <a:custGeom>
            <a:avLst/>
            <a:gdLst/>
            <a:ahLst/>
            <a:cxnLst/>
            <a:rect l="l" t="t" r="r" b="b"/>
            <a:pathLst>
              <a:path w="1932940" h="1932939">
                <a:moveTo>
                  <a:pt x="1463700" y="971232"/>
                </a:moveTo>
                <a:lnTo>
                  <a:pt x="670699" y="505358"/>
                </a:lnTo>
                <a:lnTo>
                  <a:pt x="670699" y="1407299"/>
                </a:lnTo>
                <a:lnTo>
                  <a:pt x="1463700" y="971232"/>
                </a:lnTo>
                <a:close/>
              </a:path>
              <a:path w="1932940" h="1932939">
                <a:moveTo>
                  <a:pt x="1932571" y="966292"/>
                </a:moveTo>
                <a:lnTo>
                  <a:pt x="1931390" y="918070"/>
                </a:lnTo>
                <a:lnTo>
                  <a:pt x="1927885" y="870458"/>
                </a:lnTo>
                <a:lnTo>
                  <a:pt x="1922094" y="823506"/>
                </a:lnTo>
                <a:lnTo>
                  <a:pt x="1914093" y="777278"/>
                </a:lnTo>
                <a:lnTo>
                  <a:pt x="1903933" y="731837"/>
                </a:lnTo>
                <a:lnTo>
                  <a:pt x="1891665" y="687222"/>
                </a:lnTo>
                <a:lnTo>
                  <a:pt x="1877339" y="643496"/>
                </a:lnTo>
                <a:lnTo>
                  <a:pt x="1861019" y="600710"/>
                </a:lnTo>
                <a:lnTo>
                  <a:pt x="1842770" y="558939"/>
                </a:lnTo>
                <a:lnTo>
                  <a:pt x="1822627" y="518210"/>
                </a:lnTo>
                <a:lnTo>
                  <a:pt x="1800644" y="478586"/>
                </a:lnTo>
                <a:lnTo>
                  <a:pt x="1776895" y="440143"/>
                </a:lnTo>
                <a:lnTo>
                  <a:pt x="1751431" y="402907"/>
                </a:lnTo>
                <a:lnTo>
                  <a:pt x="1727962" y="371830"/>
                </a:lnTo>
                <a:lnTo>
                  <a:pt x="1727962" y="966292"/>
                </a:lnTo>
                <a:lnTo>
                  <a:pt x="1726450" y="1014526"/>
                </a:lnTo>
                <a:lnTo>
                  <a:pt x="1722018" y="1061847"/>
                </a:lnTo>
                <a:lnTo>
                  <a:pt x="1714741" y="1108329"/>
                </a:lnTo>
                <a:lnTo>
                  <a:pt x="1704695" y="1153845"/>
                </a:lnTo>
                <a:lnTo>
                  <a:pt x="1691982" y="1198295"/>
                </a:lnTo>
                <a:lnTo>
                  <a:pt x="1676692" y="1241590"/>
                </a:lnTo>
                <a:lnTo>
                  <a:pt x="1658899" y="1283652"/>
                </a:lnTo>
                <a:lnTo>
                  <a:pt x="1638719" y="1324368"/>
                </a:lnTo>
                <a:lnTo>
                  <a:pt x="1616214" y="1363675"/>
                </a:lnTo>
                <a:lnTo>
                  <a:pt x="1591487" y="1401470"/>
                </a:lnTo>
                <a:lnTo>
                  <a:pt x="1564627" y="1437665"/>
                </a:lnTo>
                <a:lnTo>
                  <a:pt x="1535722" y="1472171"/>
                </a:lnTo>
                <a:lnTo>
                  <a:pt x="1504861" y="1504899"/>
                </a:lnTo>
                <a:lnTo>
                  <a:pt x="1472133" y="1535760"/>
                </a:lnTo>
                <a:lnTo>
                  <a:pt x="1437627" y="1564665"/>
                </a:lnTo>
                <a:lnTo>
                  <a:pt x="1401432" y="1591525"/>
                </a:lnTo>
                <a:lnTo>
                  <a:pt x="1363637" y="1616252"/>
                </a:lnTo>
                <a:lnTo>
                  <a:pt x="1324330" y="1638757"/>
                </a:lnTo>
                <a:lnTo>
                  <a:pt x="1283601" y="1658950"/>
                </a:lnTo>
                <a:lnTo>
                  <a:pt x="1241539" y="1676730"/>
                </a:lnTo>
                <a:lnTo>
                  <a:pt x="1198245" y="1692021"/>
                </a:lnTo>
                <a:lnTo>
                  <a:pt x="1153782" y="1704733"/>
                </a:lnTo>
                <a:lnTo>
                  <a:pt x="1108265" y="1714779"/>
                </a:lnTo>
                <a:lnTo>
                  <a:pt x="1061770" y="1722069"/>
                </a:lnTo>
                <a:lnTo>
                  <a:pt x="1014387" y="1726501"/>
                </a:lnTo>
                <a:lnTo>
                  <a:pt x="966216" y="1728000"/>
                </a:lnTo>
                <a:lnTo>
                  <a:pt x="918044" y="1726501"/>
                </a:lnTo>
                <a:lnTo>
                  <a:pt x="870673" y="1722069"/>
                </a:lnTo>
                <a:lnTo>
                  <a:pt x="824191" y="1714779"/>
                </a:lnTo>
                <a:lnTo>
                  <a:pt x="778675" y="1704733"/>
                </a:lnTo>
                <a:lnTo>
                  <a:pt x="734225" y="1692021"/>
                </a:lnTo>
                <a:lnTo>
                  <a:pt x="690930" y="1676730"/>
                </a:lnTo>
                <a:lnTo>
                  <a:pt x="648881" y="1658950"/>
                </a:lnTo>
                <a:lnTo>
                  <a:pt x="608164" y="1638757"/>
                </a:lnTo>
                <a:lnTo>
                  <a:pt x="568871" y="1616252"/>
                </a:lnTo>
                <a:lnTo>
                  <a:pt x="531075" y="1591525"/>
                </a:lnTo>
                <a:lnTo>
                  <a:pt x="494893" y="1564665"/>
                </a:lnTo>
                <a:lnTo>
                  <a:pt x="460387" y="1535760"/>
                </a:lnTo>
                <a:lnTo>
                  <a:pt x="427672" y="1504899"/>
                </a:lnTo>
                <a:lnTo>
                  <a:pt x="396811" y="1472171"/>
                </a:lnTo>
                <a:lnTo>
                  <a:pt x="367906" y="1437665"/>
                </a:lnTo>
                <a:lnTo>
                  <a:pt x="341058" y="1401470"/>
                </a:lnTo>
                <a:lnTo>
                  <a:pt x="316331" y="1363675"/>
                </a:lnTo>
                <a:lnTo>
                  <a:pt x="293839" y="1324368"/>
                </a:lnTo>
                <a:lnTo>
                  <a:pt x="273659" y="1283652"/>
                </a:lnTo>
                <a:lnTo>
                  <a:pt x="255879" y="1241590"/>
                </a:lnTo>
                <a:lnTo>
                  <a:pt x="240588" y="1198295"/>
                </a:lnTo>
                <a:lnTo>
                  <a:pt x="227876" y="1153845"/>
                </a:lnTo>
                <a:lnTo>
                  <a:pt x="217830" y="1108329"/>
                </a:lnTo>
                <a:lnTo>
                  <a:pt x="210553" y="1061847"/>
                </a:lnTo>
                <a:lnTo>
                  <a:pt x="206108" y="1014463"/>
                </a:lnTo>
                <a:lnTo>
                  <a:pt x="204609" y="966292"/>
                </a:lnTo>
                <a:lnTo>
                  <a:pt x="206121" y="918070"/>
                </a:lnTo>
                <a:lnTo>
                  <a:pt x="210553" y="870762"/>
                </a:lnTo>
                <a:lnTo>
                  <a:pt x="217830" y="824268"/>
                </a:lnTo>
                <a:lnTo>
                  <a:pt x="227876" y="778764"/>
                </a:lnTo>
                <a:lnTo>
                  <a:pt x="240588" y="734314"/>
                </a:lnTo>
                <a:lnTo>
                  <a:pt x="255879" y="691007"/>
                </a:lnTo>
                <a:lnTo>
                  <a:pt x="273659" y="648957"/>
                </a:lnTo>
                <a:lnTo>
                  <a:pt x="293839" y="608228"/>
                </a:lnTo>
                <a:lnTo>
                  <a:pt x="316331" y="568921"/>
                </a:lnTo>
                <a:lnTo>
                  <a:pt x="341058" y="531126"/>
                </a:lnTo>
                <a:lnTo>
                  <a:pt x="367906" y="494931"/>
                </a:lnTo>
                <a:lnTo>
                  <a:pt x="396811" y="460425"/>
                </a:lnTo>
                <a:lnTo>
                  <a:pt x="427672" y="427685"/>
                </a:lnTo>
                <a:lnTo>
                  <a:pt x="460387" y="396824"/>
                </a:lnTo>
                <a:lnTo>
                  <a:pt x="494893" y="367919"/>
                </a:lnTo>
                <a:lnTo>
                  <a:pt x="531075" y="341058"/>
                </a:lnTo>
                <a:lnTo>
                  <a:pt x="568871" y="316318"/>
                </a:lnTo>
                <a:lnTo>
                  <a:pt x="608164" y="293814"/>
                </a:lnTo>
                <a:lnTo>
                  <a:pt x="648881" y="273621"/>
                </a:lnTo>
                <a:lnTo>
                  <a:pt x="690930" y="255841"/>
                </a:lnTo>
                <a:lnTo>
                  <a:pt x="734225" y="240538"/>
                </a:lnTo>
                <a:lnTo>
                  <a:pt x="778675" y="227825"/>
                </a:lnTo>
                <a:lnTo>
                  <a:pt x="824191" y="217779"/>
                </a:lnTo>
                <a:lnTo>
                  <a:pt x="870673" y="210489"/>
                </a:lnTo>
                <a:lnTo>
                  <a:pt x="918044" y="206057"/>
                </a:lnTo>
                <a:lnTo>
                  <a:pt x="966216" y="204558"/>
                </a:lnTo>
                <a:lnTo>
                  <a:pt x="1014387" y="206057"/>
                </a:lnTo>
                <a:lnTo>
                  <a:pt x="1061770" y="210502"/>
                </a:lnTo>
                <a:lnTo>
                  <a:pt x="1108265" y="217792"/>
                </a:lnTo>
                <a:lnTo>
                  <a:pt x="1153782" y="227838"/>
                </a:lnTo>
                <a:lnTo>
                  <a:pt x="1198245" y="240550"/>
                </a:lnTo>
                <a:lnTo>
                  <a:pt x="1241539" y="255854"/>
                </a:lnTo>
                <a:lnTo>
                  <a:pt x="1283601" y="273646"/>
                </a:lnTo>
                <a:lnTo>
                  <a:pt x="1324330" y="293839"/>
                </a:lnTo>
                <a:lnTo>
                  <a:pt x="1363637" y="316344"/>
                </a:lnTo>
                <a:lnTo>
                  <a:pt x="1401432" y="341071"/>
                </a:lnTo>
                <a:lnTo>
                  <a:pt x="1437627" y="367931"/>
                </a:lnTo>
                <a:lnTo>
                  <a:pt x="1472133" y="396836"/>
                </a:lnTo>
                <a:lnTo>
                  <a:pt x="1504861" y="427710"/>
                </a:lnTo>
                <a:lnTo>
                  <a:pt x="1535722" y="460438"/>
                </a:lnTo>
                <a:lnTo>
                  <a:pt x="1564627" y="494944"/>
                </a:lnTo>
                <a:lnTo>
                  <a:pt x="1591487" y="531139"/>
                </a:lnTo>
                <a:lnTo>
                  <a:pt x="1616214" y="568934"/>
                </a:lnTo>
                <a:lnTo>
                  <a:pt x="1638719" y="608241"/>
                </a:lnTo>
                <a:lnTo>
                  <a:pt x="1658899" y="648957"/>
                </a:lnTo>
                <a:lnTo>
                  <a:pt x="1676692" y="691019"/>
                </a:lnTo>
                <a:lnTo>
                  <a:pt x="1691982" y="734314"/>
                </a:lnTo>
                <a:lnTo>
                  <a:pt x="1704695" y="778764"/>
                </a:lnTo>
                <a:lnTo>
                  <a:pt x="1714741" y="824280"/>
                </a:lnTo>
                <a:lnTo>
                  <a:pt x="1722018" y="870762"/>
                </a:lnTo>
                <a:lnTo>
                  <a:pt x="1726463" y="918133"/>
                </a:lnTo>
                <a:lnTo>
                  <a:pt x="1727962" y="966292"/>
                </a:lnTo>
                <a:lnTo>
                  <a:pt x="1727962" y="371830"/>
                </a:lnTo>
                <a:lnTo>
                  <a:pt x="1695551" y="332346"/>
                </a:lnTo>
                <a:lnTo>
                  <a:pt x="1665262" y="299110"/>
                </a:lnTo>
                <a:lnTo>
                  <a:pt x="1633461" y="267309"/>
                </a:lnTo>
                <a:lnTo>
                  <a:pt x="1600225" y="237020"/>
                </a:lnTo>
                <a:lnTo>
                  <a:pt x="1565605" y="208280"/>
                </a:lnTo>
                <a:lnTo>
                  <a:pt x="1560664" y="204558"/>
                </a:lnTo>
                <a:lnTo>
                  <a:pt x="1529651" y="181152"/>
                </a:lnTo>
                <a:lnTo>
                  <a:pt x="1492427" y="155676"/>
                </a:lnTo>
                <a:lnTo>
                  <a:pt x="1453972" y="131927"/>
                </a:lnTo>
                <a:lnTo>
                  <a:pt x="1414348" y="109956"/>
                </a:lnTo>
                <a:lnTo>
                  <a:pt x="1373619" y="89814"/>
                </a:lnTo>
                <a:lnTo>
                  <a:pt x="1331836" y="71551"/>
                </a:lnTo>
                <a:lnTo>
                  <a:pt x="1289050" y="55245"/>
                </a:lnTo>
                <a:lnTo>
                  <a:pt x="1245323" y="40919"/>
                </a:lnTo>
                <a:lnTo>
                  <a:pt x="1200708" y="28651"/>
                </a:lnTo>
                <a:lnTo>
                  <a:pt x="1155255" y="18478"/>
                </a:lnTo>
                <a:lnTo>
                  <a:pt x="1109027" y="10477"/>
                </a:lnTo>
                <a:lnTo>
                  <a:pt x="1062062" y="4699"/>
                </a:lnTo>
                <a:lnTo>
                  <a:pt x="1014450" y="1193"/>
                </a:lnTo>
                <a:lnTo>
                  <a:pt x="966216" y="0"/>
                </a:lnTo>
                <a:lnTo>
                  <a:pt x="917994" y="1193"/>
                </a:lnTo>
                <a:lnTo>
                  <a:pt x="870381" y="4699"/>
                </a:lnTo>
                <a:lnTo>
                  <a:pt x="823442" y="10477"/>
                </a:lnTo>
                <a:lnTo>
                  <a:pt x="777227" y="18478"/>
                </a:lnTo>
                <a:lnTo>
                  <a:pt x="731774" y="28651"/>
                </a:lnTo>
                <a:lnTo>
                  <a:pt x="687171" y="40919"/>
                </a:lnTo>
                <a:lnTo>
                  <a:pt x="643445" y="55245"/>
                </a:lnTo>
                <a:lnTo>
                  <a:pt x="600671" y="71551"/>
                </a:lnTo>
                <a:lnTo>
                  <a:pt x="558901" y="89814"/>
                </a:lnTo>
                <a:lnTo>
                  <a:pt x="518172" y="109956"/>
                </a:lnTo>
                <a:lnTo>
                  <a:pt x="478561" y="131927"/>
                </a:lnTo>
                <a:lnTo>
                  <a:pt x="440118" y="155676"/>
                </a:lnTo>
                <a:lnTo>
                  <a:pt x="402894" y="181152"/>
                </a:lnTo>
                <a:lnTo>
                  <a:pt x="366941" y="208280"/>
                </a:lnTo>
                <a:lnTo>
                  <a:pt x="332320" y="237020"/>
                </a:lnTo>
                <a:lnTo>
                  <a:pt x="299085" y="267309"/>
                </a:lnTo>
                <a:lnTo>
                  <a:pt x="267296" y="299110"/>
                </a:lnTo>
                <a:lnTo>
                  <a:pt x="237007" y="332346"/>
                </a:lnTo>
                <a:lnTo>
                  <a:pt x="208267" y="366966"/>
                </a:lnTo>
                <a:lnTo>
                  <a:pt x="181140" y="402907"/>
                </a:lnTo>
                <a:lnTo>
                  <a:pt x="155676" y="440143"/>
                </a:lnTo>
                <a:lnTo>
                  <a:pt x="131927" y="478586"/>
                </a:lnTo>
                <a:lnTo>
                  <a:pt x="109956" y="518210"/>
                </a:lnTo>
                <a:lnTo>
                  <a:pt x="89814" y="558939"/>
                </a:lnTo>
                <a:lnTo>
                  <a:pt x="71551" y="600710"/>
                </a:lnTo>
                <a:lnTo>
                  <a:pt x="55232" y="643496"/>
                </a:lnTo>
                <a:lnTo>
                  <a:pt x="40919" y="687222"/>
                </a:lnTo>
                <a:lnTo>
                  <a:pt x="28651" y="731837"/>
                </a:lnTo>
                <a:lnTo>
                  <a:pt x="18478" y="777278"/>
                </a:lnTo>
                <a:lnTo>
                  <a:pt x="10477" y="823506"/>
                </a:lnTo>
                <a:lnTo>
                  <a:pt x="4699" y="870458"/>
                </a:lnTo>
                <a:lnTo>
                  <a:pt x="1181" y="918133"/>
                </a:lnTo>
                <a:lnTo>
                  <a:pt x="0" y="966292"/>
                </a:lnTo>
                <a:lnTo>
                  <a:pt x="1193" y="1014526"/>
                </a:lnTo>
                <a:lnTo>
                  <a:pt x="4699" y="1062151"/>
                </a:lnTo>
                <a:lnTo>
                  <a:pt x="10477" y="1109091"/>
                </a:lnTo>
                <a:lnTo>
                  <a:pt x="18478" y="1155319"/>
                </a:lnTo>
                <a:lnTo>
                  <a:pt x="28651" y="1200772"/>
                </a:lnTo>
                <a:lnTo>
                  <a:pt x="40919" y="1245387"/>
                </a:lnTo>
                <a:lnTo>
                  <a:pt x="55232" y="1289113"/>
                </a:lnTo>
                <a:lnTo>
                  <a:pt x="71551" y="1331887"/>
                </a:lnTo>
                <a:lnTo>
                  <a:pt x="89814" y="1373670"/>
                </a:lnTo>
                <a:lnTo>
                  <a:pt x="109956" y="1414399"/>
                </a:lnTo>
                <a:lnTo>
                  <a:pt x="131927" y="1454010"/>
                </a:lnTo>
                <a:lnTo>
                  <a:pt x="155676" y="1492465"/>
                </a:lnTo>
                <a:lnTo>
                  <a:pt x="181140" y="1529689"/>
                </a:lnTo>
                <a:lnTo>
                  <a:pt x="208267" y="1565643"/>
                </a:lnTo>
                <a:lnTo>
                  <a:pt x="237007" y="1600263"/>
                </a:lnTo>
                <a:lnTo>
                  <a:pt x="267296" y="1633499"/>
                </a:lnTo>
                <a:lnTo>
                  <a:pt x="299085" y="1665287"/>
                </a:lnTo>
                <a:lnTo>
                  <a:pt x="332320" y="1695577"/>
                </a:lnTo>
                <a:lnTo>
                  <a:pt x="366941" y="1724317"/>
                </a:lnTo>
                <a:lnTo>
                  <a:pt x="402894" y="1751444"/>
                </a:lnTo>
                <a:lnTo>
                  <a:pt x="440118" y="1776907"/>
                </a:lnTo>
                <a:lnTo>
                  <a:pt x="478561" y="1800656"/>
                </a:lnTo>
                <a:lnTo>
                  <a:pt x="518172" y="1822627"/>
                </a:lnTo>
                <a:lnTo>
                  <a:pt x="558901" y="1842770"/>
                </a:lnTo>
                <a:lnTo>
                  <a:pt x="600671" y="1861032"/>
                </a:lnTo>
                <a:lnTo>
                  <a:pt x="643445" y="1877339"/>
                </a:lnTo>
                <a:lnTo>
                  <a:pt x="687171" y="1891665"/>
                </a:lnTo>
                <a:lnTo>
                  <a:pt x="731774" y="1903933"/>
                </a:lnTo>
                <a:lnTo>
                  <a:pt x="777214" y="1914093"/>
                </a:lnTo>
                <a:lnTo>
                  <a:pt x="823442" y="1922094"/>
                </a:lnTo>
                <a:lnTo>
                  <a:pt x="870381" y="1927872"/>
                </a:lnTo>
                <a:lnTo>
                  <a:pt x="917994" y="1931390"/>
                </a:lnTo>
                <a:lnTo>
                  <a:pt x="966216" y="1932571"/>
                </a:lnTo>
                <a:lnTo>
                  <a:pt x="1014450" y="1931390"/>
                </a:lnTo>
                <a:lnTo>
                  <a:pt x="1062062" y="1927872"/>
                </a:lnTo>
                <a:lnTo>
                  <a:pt x="1109027" y="1922094"/>
                </a:lnTo>
                <a:lnTo>
                  <a:pt x="1155255" y="1914093"/>
                </a:lnTo>
                <a:lnTo>
                  <a:pt x="1200708" y="1903933"/>
                </a:lnTo>
                <a:lnTo>
                  <a:pt x="1245323" y="1891665"/>
                </a:lnTo>
                <a:lnTo>
                  <a:pt x="1289050" y="1877339"/>
                </a:lnTo>
                <a:lnTo>
                  <a:pt x="1331836" y="1861032"/>
                </a:lnTo>
                <a:lnTo>
                  <a:pt x="1373619" y="1842770"/>
                </a:lnTo>
                <a:lnTo>
                  <a:pt x="1414348" y="1822627"/>
                </a:lnTo>
                <a:lnTo>
                  <a:pt x="1453972" y="1800656"/>
                </a:lnTo>
                <a:lnTo>
                  <a:pt x="1492427" y="1776907"/>
                </a:lnTo>
                <a:lnTo>
                  <a:pt x="1529651" y="1751444"/>
                </a:lnTo>
                <a:lnTo>
                  <a:pt x="1560715" y="1728000"/>
                </a:lnTo>
                <a:lnTo>
                  <a:pt x="1565605" y="1724317"/>
                </a:lnTo>
                <a:lnTo>
                  <a:pt x="1600225" y="1695577"/>
                </a:lnTo>
                <a:lnTo>
                  <a:pt x="1633461" y="1665287"/>
                </a:lnTo>
                <a:lnTo>
                  <a:pt x="1665262" y="1633499"/>
                </a:lnTo>
                <a:lnTo>
                  <a:pt x="1695551" y="1600263"/>
                </a:lnTo>
                <a:lnTo>
                  <a:pt x="1724291" y="1565643"/>
                </a:lnTo>
                <a:lnTo>
                  <a:pt x="1751431" y="1529689"/>
                </a:lnTo>
                <a:lnTo>
                  <a:pt x="1776895" y="1492465"/>
                </a:lnTo>
                <a:lnTo>
                  <a:pt x="1800644" y="1454010"/>
                </a:lnTo>
                <a:lnTo>
                  <a:pt x="1822627" y="1414399"/>
                </a:lnTo>
                <a:lnTo>
                  <a:pt x="1842770" y="1373670"/>
                </a:lnTo>
                <a:lnTo>
                  <a:pt x="1861019" y="1331887"/>
                </a:lnTo>
                <a:lnTo>
                  <a:pt x="1877339" y="1289113"/>
                </a:lnTo>
                <a:lnTo>
                  <a:pt x="1891665" y="1245387"/>
                </a:lnTo>
                <a:lnTo>
                  <a:pt x="1903933" y="1200772"/>
                </a:lnTo>
                <a:lnTo>
                  <a:pt x="1914093" y="1155319"/>
                </a:lnTo>
                <a:lnTo>
                  <a:pt x="1922094" y="1109091"/>
                </a:lnTo>
                <a:lnTo>
                  <a:pt x="1927885" y="1062151"/>
                </a:lnTo>
                <a:lnTo>
                  <a:pt x="1931390" y="1014463"/>
                </a:lnTo>
                <a:lnTo>
                  <a:pt x="1932571" y="966292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FFDB15"/>
                </a:solidFill>
                <a:latin typeface="Noto Sans CJK HK"/>
                <a:cs typeface="Noto Sans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02356" y="6629400"/>
            <a:ext cx="2485644" cy="36575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28700"/>
            <a:ext cx="5082539" cy="82296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153911" y="1028700"/>
            <a:ext cx="210820" cy="8229600"/>
          </a:xfrm>
          <a:custGeom>
            <a:avLst/>
            <a:gdLst/>
            <a:ahLst/>
            <a:cxnLst/>
            <a:rect l="l" t="t" r="r" b="b"/>
            <a:pathLst>
              <a:path w="210820" h="8229600">
                <a:moveTo>
                  <a:pt x="210312" y="0"/>
                </a:moveTo>
                <a:lnTo>
                  <a:pt x="0" y="0"/>
                </a:lnTo>
                <a:lnTo>
                  <a:pt x="0" y="8229600"/>
                </a:lnTo>
                <a:lnTo>
                  <a:pt x="210312" y="8229600"/>
                </a:lnTo>
                <a:lnTo>
                  <a:pt x="210312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8003012" y="0"/>
            <a:ext cx="285115" cy="10287000"/>
          </a:xfrm>
          <a:custGeom>
            <a:avLst/>
            <a:gdLst/>
            <a:ahLst/>
            <a:cxnLst/>
            <a:rect l="l" t="t" r="r" b="b"/>
            <a:pathLst>
              <a:path w="285115" h="10287000">
                <a:moveTo>
                  <a:pt x="0" y="0"/>
                </a:moveTo>
                <a:lnTo>
                  <a:pt x="0" y="10286996"/>
                </a:lnTo>
                <a:lnTo>
                  <a:pt x="284988" y="10286996"/>
                </a:lnTo>
                <a:lnTo>
                  <a:pt x="2849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79308" y="5606033"/>
            <a:ext cx="2929382" cy="879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FFDB15"/>
                </a:solidFill>
                <a:latin typeface="Noto Sans CJK HK"/>
                <a:cs typeface="Noto Sans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Relationship Id="rId21" Type="http://schemas.openxmlformats.org/officeDocument/2006/relationships/image" Target="../media/image35.png"/><Relationship Id="rId22" Type="http://schemas.openxmlformats.org/officeDocument/2006/relationships/image" Target="../media/image36.png"/><Relationship Id="rId23" Type="http://schemas.openxmlformats.org/officeDocument/2006/relationships/image" Target="../media/image37.png"/><Relationship Id="rId24" Type="http://schemas.openxmlformats.org/officeDocument/2006/relationships/image" Target="../media/image38.png"/><Relationship Id="rId25" Type="http://schemas.openxmlformats.org/officeDocument/2006/relationships/image" Target="../media/image39.png"/><Relationship Id="rId26" Type="http://schemas.openxmlformats.org/officeDocument/2006/relationships/image" Target="../media/image40.png"/><Relationship Id="rId27" Type="http://schemas.openxmlformats.org/officeDocument/2006/relationships/image" Target="../media/image41.png"/><Relationship Id="rId28" Type="http://schemas.openxmlformats.org/officeDocument/2006/relationships/image" Target="../media/image42.png"/><Relationship Id="rId29" Type="http://schemas.openxmlformats.org/officeDocument/2006/relationships/image" Target="../media/image43.png"/><Relationship Id="rId30" Type="http://schemas.openxmlformats.org/officeDocument/2006/relationships/image" Target="../media/image44.png"/><Relationship Id="rId31" Type="http://schemas.openxmlformats.org/officeDocument/2006/relationships/image" Target="../media/image4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image" Target="../media/image73.png"/><Relationship Id="rId17" Type="http://schemas.openxmlformats.org/officeDocument/2006/relationships/image" Target="../media/image74.png"/><Relationship Id="rId18" Type="http://schemas.openxmlformats.org/officeDocument/2006/relationships/image" Target="../media/image7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6.jp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8.jp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Relationship Id="rId10" Type="http://schemas.openxmlformats.org/officeDocument/2006/relationships/image" Target="../media/image109.png"/><Relationship Id="rId11" Type="http://schemas.openxmlformats.org/officeDocument/2006/relationships/image" Target="../media/image110.png"/><Relationship Id="rId12" Type="http://schemas.openxmlformats.org/officeDocument/2006/relationships/image" Target="../media/image111.png"/><Relationship Id="rId13" Type="http://schemas.openxmlformats.org/officeDocument/2006/relationships/image" Target="../media/image112.png"/><Relationship Id="rId14" Type="http://schemas.openxmlformats.org/officeDocument/2006/relationships/image" Target="../media/image113.png"/><Relationship Id="rId15" Type="http://schemas.openxmlformats.org/officeDocument/2006/relationships/image" Target="../media/image114.png"/><Relationship Id="rId16" Type="http://schemas.openxmlformats.org/officeDocument/2006/relationships/image" Target="../media/image115.png"/><Relationship Id="rId17" Type="http://schemas.openxmlformats.org/officeDocument/2006/relationships/image" Target="../media/image116.png"/><Relationship Id="rId18" Type="http://schemas.openxmlformats.org/officeDocument/2006/relationships/image" Target="../media/image117.png"/><Relationship Id="rId19" Type="http://schemas.openxmlformats.org/officeDocument/2006/relationships/image" Target="../media/image118.png"/><Relationship Id="rId20" Type="http://schemas.openxmlformats.org/officeDocument/2006/relationships/image" Target="../media/image119.png"/><Relationship Id="rId21" Type="http://schemas.openxmlformats.org/officeDocument/2006/relationships/image" Target="../media/image12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Relationship Id="rId11" Type="http://schemas.openxmlformats.org/officeDocument/2006/relationships/image" Target="../media/image129.png"/><Relationship Id="rId12" Type="http://schemas.openxmlformats.org/officeDocument/2006/relationships/image" Target="../media/image130.png"/><Relationship Id="rId13" Type="http://schemas.openxmlformats.org/officeDocument/2006/relationships/image" Target="../media/image131.png"/><Relationship Id="rId14" Type="http://schemas.openxmlformats.org/officeDocument/2006/relationships/image" Target="../media/image132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34.jp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Relationship Id="rId16" Type="http://schemas.openxmlformats.org/officeDocument/2006/relationships/image" Target="../media/image153.png"/><Relationship Id="rId17" Type="http://schemas.openxmlformats.org/officeDocument/2006/relationships/image" Target="../media/image154.png"/><Relationship Id="rId18" Type="http://schemas.openxmlformats.org/officeDocument/2006/relationships/image" Target="../media/image155.png"/><Relationship Id="rId19" Type="http://schemas.openxmlformats.org/officeDocument/2006/relationships/image" Target="../media/image156.png"/><Relationship Id="rId20" Type="http://schemas.openxmlformats.org/officeDocument/2006/relationships/image" Target="../media/image157.png"/><Relationship Id="rId21" Type="http://schemas.openxmlformats.org/officeDocument/2006/relationships/image" Target="../media/image158.png"/><Relationship Id="rId22" Type="http://schemas.openxmlformats.org/officeDocument/2006/relationships/image" Target="../media/image159.png"/><Relationship Id="rId23" Type="http://schemas.openxmlformats.org/officeDocument/2006/relationships/image" Target="../media/image160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1.jpg"/><Relationship Id="rId3" Type="http://schemas.openxmlformats.org/officeDocument/2006/relationships/image" Target="../media/image162.png"/><Relationship Id="rId4" Type="http://schemas.openxmlformats.org/officeDocument/2006/relationships/image" Target="../media/image163.png"/><Relationship Id="rId5" Type="http://schemas.openxmlformats.org/officeDocument/2006/relationships/image" Target="../media/image164.png"/><Relationship Id="rId6" Type="http://schemas.openxmlformats.org/officeDocument/2006/relationships/image" Target="../media/image165.png"/><Relationship Id="rId7" Type="http://schemas.openxmlformats.org/officeDocument/2006/relationships/image" Target="../media/image166.png"/><Relationship Id="rId8" Type="http://schemas.openxmlformats.org/officeDocument/2006/relationships/image" Target="../media/image167.png"/><Relationship Id="rId9" Type="http://schemas.openxmlformats.org/officeDocument/2006/relationships/image" Target="../media/image168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69.png"/><Relationship Id="rId4" Type="http://schemas.openxmlformats.org/officeDocument/2006/relationships/image" Target="../media/image170.png"/><Relationship Id="rId5" Type="http://schemas.openxmlformats.org/officeDocument/2006/relationships/image" Target="../media/image171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2.png"/><Relationship Id="rId3" Type="http://schemas.openxmlformats.org/officeDocument/2006/relationships/image" Target="../media/image57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3.jpg"/><Relationship Id="rId3" Type="http://schemas.openxmlformats.org/officeDocument/2006/relationships/image" Target="../media/image174.png"/><Relationship Id="rId4" Type="http://schemas.openxmlformats.org/officeDocument/2006/relationships/image" Target="../media/image175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Relationship Id="rId7" Type="http://schemas.openxmlformats.org/officeDocument/2006/relationships/image" Target="../media/image178.png"/><Relationship Id="rId8" Type="http://schemas.openxmlformats.org/officeDocument/2006/relationships/image" Target="../media/image179.png"/><Relationship Id="rId9" Type="http://schemas.openxmlformats.org/officeDocument/2006/relationships/image" Target="../media/image180.png"/><Relationship Id="rId10" Type="http://schemas.openxmlformats.org/officeDocument/2006/relationships/image" Target="../media/image181.png"/><Relationship Id="rId11" Type="http://schemas.openxmlformats.org/officeDocument/2006/relationships/image" Target="../media/image182.png"/><Relationship Id="rId12" Type="http://schemas.openxmlformats.org/officeDocument/2006/relationships/image" Target="../media/image183.png"/><Relationship Id="rId13" Type="http://schemas.openxmlformats.org/officeDocument/2006/relationships/image" Target="../media/image184.png"/><Relationship Id="rId14" Type="http://schemas.openxmlformats.org/officeDocument/2006/relationships/image" Target="../media/image185.png"/><Relationship Id="rId15" Type="http://schemas.openxmlformats.org/officeDocument/2006/relationships/image" Target="../media/image186.png"/><Relationship Id="rId16" Type="http://schemas.openxmlformats.org/officeDocument/2006/relationships/image" Target="../media/image187.png"/><Relationship Id="rId17" Type="http://schemas.openxmlformats.org/officeDocument/2006/relationships/image" Target="../media/image188.png"/><Relationship Id="rId18" Type="http://schemas.openxmlformats.org/officeDocument/2006/relationships/image" Target="../media/image189.png"/><Relationship Id="rId19" Type="http://schemas.openxmlformats.org/officeDocument/2006/relationships/image" Target="../media/image190.png"/><Relationship Id="rId20" Type="http://schemas.openxmlformats.org/officeDocument/2006/relationships/image" Target="../media/image191.png"/><Relationship Id="rId21" Type="http://schemas.openxmlformats.org/officeDocument/2006/relationships/image" Target="../media/image192.png"/><Relationship Id="rId22" Type="http://schemas.openxmlformats.org/officeDocument/2006/relationships/image" Target="../media/image193.png"/><Relationship Id="rId23" Type="http://schemas.openxmlformats.org/officeDocument/2006/relationships/image" Target="../media/image194.png"/><Relationship Id="rId24" Type="http://schemas.openxmlformats.org/officeDocument/2006/relationships/image" Target="../media/image195.png"/><Relationship Id="rId25" Type="http://schemas.openxmlformats.org/officeDocument/2006/relationships/image" Target="../media/image196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7.png"/><Relationship Id="rId3" Type="http://schemas.openxmlformats.org/officeDocument/2006/relationships/image" Target="../media/image198.png"/><Relationship Id="rId4" Type="http://schemas.openxmlformats.org/officeDocument/2006/relationships/image" Target="../media/image199.png"/><Relationship Id="rId5" Type="http://schemas.openxmlformats.org/officeDocument/2006/relationships/image" Target="../media/image200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image" Target="../media/image203.png"/><Relationship Id="rId9" Type="http://schemas.openxmlformats.org/officeDocument/2006/relationships/image" Target="../media/image204.png"/><Relationship Id="rId10" Type="http://schemas.openxmlformats.org/officeDocument/2006/relationships/image" Target="../media/image205.png"/><Relationship Id="rId11" Type="http://schemas.openxmlformats.org/officeDocument/2006/relationships/image" Target="../media/image20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18003520" cy="10287000"/>
            </a:xfrm>
            <a:custGeom>
              <a:avLst/>
              <a:gdLst/>
              <a:ahLst/>
              <a:cxnLst/>
              <a:rect l="l" t="t" r="r" b="b"/>
              <a:pathLst>
                <a:path w="18003520" h="10287000">
                  <a:moveTo>
                    <a:pt x="0" y="10287000"/>
                  </a:moveTo>
                  <a:lnTo>
                    <a:pt x="18003012" y="10287000"/>
                  </a:lnTo>
                  <a:lnTo>
                    <a:pt x="18003012" y="0"/>
                  </a:lnTo>
                  <a:lnTo>
                    <a:pt x="0" y="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FDB1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744468" y="0"/>
              <a:ext cx="14544040" cy="10287000"/>
            </a:xfrm>
            <a:custGeom>
              <a:avLst/>
              <a:gdLst/>
              <a:ahLst/>
              <a:cxnLst/>
              <a:rect l="l" t="t" r="r" b="b"/>
              <a:pathLst>
                <a:path w="14544040" h="10287000">
                  <a:moveTo>
                    <a:pt x="257556" y="1036320"/>
                  </a:moveTo>
                  <a:lnTo>
                    <a:pt x="0" y="1036320"/>
                  </a:lnTo>
                  <a:lnTo>
                    <a:pt x="0" y="9265920"/>
                  </a:lnTo>
                  <a:lnTo>
                    <a:pt x="257556" y="9265920"/>
                  </a:lnTo>
                  <a:lnTo>
                    <a:pt x="257556" y="1036320"/>
                  </a:lnTo>
                  <a:close/>
                </a:path>
                <a:path w="14544040" h="10287000">
                  <a:moveTo>
                    <a:pt x="14543532" y="0"/>
                  </a:moveTo>
                  <a:lnTo>
                    <a:pt x="14258544" y="0"/>
                  </a:lnTo>
                  <a:lnTo>
                    <a:pt x="14258544" y="10287000"/>
                  </a:lnTo>
                  <a:lnTo>
                    <a:pt x="14543532" y="10287000"/>
                  </a:lnTo>
                  <a:lnTo>
                    <a:pt x="14543532" y="0"/>
                  </a:lnTo>
                  <a:close/>
                </a:path>
              </a:pathLst>
            </a:custGeom>
            <a:solidFill>
              <a:srgbClr val="010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503676"/>
              <a:ext cx="3744467" cy="4101084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159755" y="4724908"/>
            <a:ext cx="6542405" cy="1981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800" spc="-20" b="1">
                <a:solidFill>
                  <a:srgbClr val="010300"/>
                </a:solidFill>
                <a:latin typeface="Noto Sans CJK HK"/>
                <a:cs typeface="Noto Sans CJK HK"/>
              </a:rPr>
              <a:t>設置計畫</a:t>
            </a:r>
            <a:endParaRPr sz="12800">
              <a:latin typeface="Noto Sans CJK HK"/>
              <a:cs typeface="Noto Sans CJK H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59755" y="2423541"/>
            <a:ext cx="8171180" cy="2326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3195">
              <a:lnSpc>
                <a:spcPts val="3835"/>
              </a:lnSpc>
              <a:spcBef>
                <a:spcPts val="100"/>
              </a:spcBef>
            </a:pPr>
            <a:r>
              <a:rPr dirty="0" sz="4100" spc="225" b="1">
                <a:solidFill>
                  <a:srgbClr val="010300"/>
                </a:solidFill>
                <a:latin typeface="Noto Sans CJK HK"/>
                <a:cs typeface="Noto Sans CJK HK"/>
              </a:rPr>
              <a:t>新北市三重區五常社區發展協會</a:t>
            </a:r>
            <a:endParaRPr sz="4100">
              <a:latin typeface="Noto Sans CJK HK"/>
              <a:cs typeface="Noto Sans CJK HK"/>
            </a:endParaRPr>
          </a:p>
          <a:p>
            <a:pPr marL="12700">
              <a:lnSpc>
                <a:spcPts val="14275"/>
              </a:lnSpc>
            </a:pPr>
            <a:r>
              <a:rPr dirty="0" sz="12800" spc="-20" b="1">
                <a:solidFill>
                  <a:srgbClr val="010300"/>
                </a:solidFill>
                <a:latin typeface="Noto Sans CJK HK"/>
                <a:cs typeface="Noto Sans CJK HK"/>
              </a:rPr>
              <a:t>社區專勤隊</a:t>
            </a:r>
            <a:endParaRPr sz="12800">
              <a:latin typeface="Noto Sans CJK HK"/>
              <a:cs typeface="Noto Sans CJK HK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725411" y="7923530"/>
            <a:ext cx="11321415" cy="1382395"/>
            <a:chOff x="6725411" y="7923530"/>
            <a:chExt cx="11321415" cy="138239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25411" y="7923530"/>
              <a:ext cx="4348353" cy="69951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02365" y="7923530"/>
              <a:ext cx="7243699" cy="69951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28602" y="8606028"/>
              <a:ext cx="2899029" cy="69982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59406" y="8606028"/>
              <a:ext cx="1932432" cy="69982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113886" y="8606028"/>
              <a:ext cx="1932432" cy="6998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448800" y="1036319"/>
            <a:ext cx="210820" cy="8229600"/>
          </a:xfrm>
          <a:custGeom>
            <a:avLst/>
            <a:gdLst/>
            <a:ahLst/>
            <a:cxnLst/>
            <a:rect l="l" t="t" r="r" b="b"/>
            <a:pathLst>
              <a:path w="210820" h="8229600">
                <a:moveTo>
                  <a:pt x="210311" y="0"/>
                </a:moveTo>
                <a:lnTo>
                  <a:pt x="0" y="0"/>
                </a:lnTo>
                <a:lnTo>
                  <a:pt x="0" y="8229600"/>
                </a:lnTo>
                <a:lnTo>
                  <a:pt x="210311" y="8229600"/>
                </a:lnTo>
                <a:lnTo>
                  <a:pt x="210311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8003012" y="0"/>
            <a:ext cx="285115" cy="10287000"/>
          </a:xfrm>
          <a:custGeom>
            <a:avLst/>
            <a:gdLst/>
            <a:ahLst/>
            <a:cxnLst/>
            <a:rect l="l" t="t" r="r" b="b"/>
            <a:pathLst>
              <a:path w="285115" h="10287000">
                <a:moveTo>
                  <a:pt x="0" y="0"/>
                </a:moveTo>
                <a:lnTo>
                  <a:pt x="0" y="10286996"/>
                </a:lnTo>
                <a:lnTo>
                  <a:pt x="284988" y="10286996"/>
                </a:lnTo>
                <a:lnTo>
                  <a:pt x="2849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07666" y="3774185"/>
            <a:ext cx="4231640" cy="124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260" b="1">
                <a:solidFill>
                  <a:srgbClr val="F3F5F8"/>
                </a:solidFill>
                <a:latin typeface="Noto Sans CJK HK"/>
                <a:cs typeface="Noto Sans CJK HK"/>
              </a:rPr>
              <a:t>簡報大綱</a:t>
            </a:r>
            <a:endParaRPr sz="8000">
              <a:latin typeface="Noto Sans CJK HK"/>
              <a:cs typeface="Noto Sans CJK H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407666" y="5353050"/>
            <a:ext cx="223837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140" b="1">
                <a:solidFill>
                  <a:srgbClr val="FFDB15"/>
                </a:solidFill>
                <a:latin typeface="Noto Sans CJK HK"/>
                <a:cs typeface="Noto Sans CJK HK"/>
              </a:rPr>
              <a:t>討論要點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1568938" y="2398522"/>
            <a:ext cx="3714115" cy="1772920"/>
            <a:chOff x="11568938" y="2398522"/>
            <a:chExt cx="3714115" cy="177292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68938" y="2398522"/>
              <a:ext cx="2478405" cy="58064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68938" y="2992881"/>
              <a:ext cx="3713988" cy="1178052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11568938" y="5381244"/>
            <a:ext cx="3301365" cy="2383790"/>
            <a:chOff x="11568938" y="5381244"/>
            <a:chExt cx="3301365" cy="238379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68938" y="5381244"/>
              <a:ext cx="2889630" cy="580643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68938" y="5978652"/>
              <a:ext cx="2478405" cy="58064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68938" y="6574231"/>
              <a:ext cx="3300857" cy="58094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68938" y="7175245"/>
              <a:ext cx="2095880" cy="589788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9079" y="748283"/>
            <a:ext cx="4101084" cy="41010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003012" y="0"/>
            <a:ext cx="285115" cy="10287000"/>
          </a:xfrm>
          <a:custGeom>
            <a:avLst/>
            <a:gdLst/>
            <a:ahLst/>
            <a:cxnLst/>
            <a:rect l="l" t="t" r="r" b="b"/>
            <a:pathLst>
              <a:path w="285115" h="10287000">
                <a:moveTo>
                  <a:pt x="0" y="0"/>
                </a:moveTo>
                <a:lnTo>
                  <a:pt x="0" y="10286996"/>
                </a:lnTo>
                <a:lnTo>
                  <a:pt x="284988" y="10286996"/>
                </a:lnTo>
                <a:lnTo>
                  <a:pt x="284988" y="0"/>
                </a:lnTo>
                <a:lnTo>
                  <a:pt x="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9544" y="769111"/>
            <a:ext cx="2128520" cy="12452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250">
                <a:solidFill>
                  <a:srgbClr val="010300"/>
                </a:solidFill>
              </a:rPr>
              <a:t>關於</a:t>
            </a:r>
            <a:endParaRPr sz="8000"/>
          </a:p>
        </p:txBody>
      </p:sp>
      <p:sp>
        <p:nvSpPr>
          <p:cNvPr id="4" name="object 4" descr=""/>
          <p:cNvSpPr txBox="1"/>
          <p:nvPr/>
        </p:nvSpPr>
        <p:spPr>
          <a:xfrm>
            <a:off x="1939544" y="1430427"/>
            <a:ext cx="10520045" cy="2416175"/>
          </a:xfrm>
          <a:prstGeom prst="rect">
            <a:avLst/>
          </a:prstGeom>
        </p:spPr>
        <p:txBody>
          <a:bodyPr wrap="square" lIns="0" tIns="520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5"/>
              </a:spcBef>
            </a:pPr>
            <a:r>
              <a:rPr dirty="0" sz="5700" spc="190" b="1">
                <a:solidFill>
                  <a:srgbClr val="010300"/>
                </a:solidFill>
                <a:latin typeface="Noto Sans CJK HK"/>
                <a:cs typeface="Noto Sans CJK HK"/>
              </a:rPr>
              <a:t>新北市三重區五常社區發展協會</a:t>
            </a:r>
            <a:endParaRPr sz="5700">
              <a:latin typeface="Noto Sans CJK HK"/>
              <a:cs typeface="Noto Sans CJK HK"/>
            </a:endParaRPr>
          </a:p>
          <a:p>
            <a:pPr marL="12700">
              <a:lnSpc>
                <a:spcPct val="100000"/>
              </a:lnSpc>
              <a:spcBef>
                <a:spcPts val="2945"/>
              </a:spcBef>
            </a:pPr>
            <a:r>
              <a:rPr dirty="0" sz="4200" spc="145" b="1">
                <a:solidFill>
                  <a:srgbClr val="010300"/>
                </a:solidFill>
                <a:latin typeface="Noto Sans CJK HK"/>
                <a:cs typeface="Noto Sans CJK HK"/>
              </a:rPr>
              <a:t>我們的故事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542033" y="4328159"/>
            <a:ext cx="15717519" cy="5958840"/>
            <a:chOff x="1542033" y="4328159"/>
            <a:chExt cx="15717519" cy="595884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033" y="4328159"/>
              <a:ext cx="975360" cy="51358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2321" y="4328159"/>
              <a:ext cx="2840736" cy="51358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7966" y="4328159"/>
              <a:ext cx="710184" cy="51358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3312" y="4328159"/>
              <a:ext cx="3909314" cy="51358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17279" y="4328159"/>
              <a:ext cx="710793" cy="51358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2033" y="4823459"/>
              <a:ext cx="12086590" cy="51358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73151" y="4823459"/>
              <a:ext cx="710184" cy="51358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628242" y="4823459"/>
              <a:ext cx="2844165" cy="51358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2033" y="5317235"/>
              <a:ext cx="1420367" cy="51358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07309" y="5318759"/>
              <a:ext cx="975360" cy="51358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87598" y="5317235"/>
              <a:ext cx="4973320" cy="51358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05572" y="5317235"/>
              <a:ext cx="713231" cy="51358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62188" y="5317235"/>
              <a:ext cx="1777746" cy="51358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84333" y="5317235"/>
              <a:ext cx="710183" cy="513588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42033" y="5815279"/>
              <a:ext cx="5158740" cy="53370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32219" y="5815279"/>
              <a:ext cx="737616" cy="53370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01027" y="5815279"/>
              <a:ext cx="3316224" cy="53370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648698" y="5815279"/>
              <a:ext cx="737616" cy="53370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017505" y="5815279"/>
              <a:ext cx="1473200" cy="53370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122405" y="5815279"/>
              <a:ext cx="737616" cy="53370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491214" y="5815279"/>
              <a:ext cx="3316224" cy="53370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439011" y="5815279"/>
              <a:ext cx="734567" cy="53370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806295" y="5815279"/>
              <a:ext cx="1842515" cy="53370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542033" y="6338569"/>
              <a:ext cx="2579878" cy="53340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53357" y="6338569"/>
              <a:ext cx="737615" cy="53340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22166" y="6338569"/>
              <a:ext cx="4052189" cy="53340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05927" y="6338569"/>
              <a:ext cx="737616" cy="53340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174736" y="6338569"/>
              <a:ext cx="4052189" cy="53340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858498" y="6338569"/>
              <a:ext cx="737616" cy="53340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227305" y="6338569"/>
              <a:ext cx="4421378" cy="53340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42033" y="6859777"/>
              <a:ext cx="1106424" cy="53340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279650" y="6859777"/>
              <a:ext cx="737615" cy="53340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158215" y="6669023"/>
              <a:ext cx="4101084" cy="3617972"/>
            </a:xfrm>
            <a:prstGeom prst="rect">
              <a:avLst/>
            </a:prstGeom>
          </p:spPr>
        </p:pic>
      </p:grpSp>
      <p:sp>
        <p:nvSpPr>
          <p:cNvPr id="39" name="object 39" descr=""/>
          <p:cNvSpPr/>
          <p:nvPr/>
        </p:nvSpPr>
        <p:spPr>
          <a:xfrm>
            <a:off x="1399222" y="1028700"/>
            <a:ext cx="142875" cy="2929255"/>
          </a:xfrm>
          <a:custGeom>
            <a:avLst/>
            <a:gdLst/>
            <a:ahLst/>
            <a:cxnLst/>
            <a:rect l="l" t="t" r="r" b="b"/>
            <a:pathLst>
              <a:path w="142875" h="2929254">
                <a:moveTo>
                  <a:pt x="0" y="2929128"/>
                </a:moveTo>
                <a:lnTo>
                  <a:pt x="142875" y="2929128"/>
                </a:lnTo>
                <a:lnTo>
                  <a:pt x="142875" y="0"/>
                </a:lnTo>
                <a:lnTo>
                  <a:pt x="0" y="0"/>
                </a:lnTo>
                <a:lnTo>
                  <a:pt x="0" y="29291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718297" y="2875229"/>
            <a:ext cx="2853055" cy="680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300" spc="95" b="1">
                <a:solidFill>
                  <a:srgbClr val="F3F5F8"/>
                </a:solidFill>
                <a:latin typeface="Noto Sans CJK HK"/>
                <a:cs typeface="Noto Sans CJK HK"/>
              </a:rPr>
              <a:t>我們意識到</a:t>
            </a:r>
            <a:endParaRPr sz="4300">
              <a:latin typeface="Noto Sans CJK HK"/>
              <a:cs typeface="Noto Sans CJK H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25695" y="3793997"/>
            <a:ext cx="8415020" cy="175006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 marR="5080" indent="765175">
              <a:lnSpc>
                <a:spcPts val="6490"/>
              </a:lnSpc>
              <a:spcBef>
                <a:spcPts val="795"/>
              </a:spcBef>
            </a:pPr>
            <a:r>
              <a:rPr dirty="0" sz="5900" spc="80" b="1">
                <a:solidFill>
                  <a:srgbClr val="FFDB15"/>
                </a:solidFill>
                <a:latin typeface="Noto Sans CJK HK"/>
                <a:cs typeface="Noto Sans CJK HK"/>
              </a:rPr>
              <a:t>社區營造不只是口號</a:t>
            </a:r>
            <a:r>
              <a:rPr dirty="0" sz="5900" spc="-50" b="1">
                <a:solidFill>
                  <a:srgbClr val="FFDB15"/>
                </a:solidFill>
                <a:latin typeface="Noto Sans CJK HK"/>
                <a:cs typeface="Noto Sans CJK HK"/>
              </a:rPr>
              <a:t> </a:t>
            </a:r>
            <a:r>
              <a:rPr dirty="0" sz="5900" spc="85" b="1">
                <a:solidFill>
                  <a:srgbClr val="FFDB15"/>
                </a:solidFill>
                <a:latin typeface="Noto Sans CJK HK"/>
                <a:cs typeface="Noto Sans CJK HK"/>
              </a:rPr>
              <a:t>需要更務實的計劃與行動</a:t>
            </a:r>
            <a:endParaRPr sz="5900">
              <a:latin typeface="Noto Sans CJK HK"/>
              <a:cs typeface="Noto Sans CJK HK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613780" y="5858255"/>
            <a:ext cx="7934325" cy="2792730"/>
            <a:chOff x="5613780" y="5858255"/>
            <a:chExt cx="7934325" cy="279273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3780" y="5858255"/>
              <a:ext cx="7934325" cy="77266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0641" y="6531863"/>
              <a:ext cx="4535805" cy="77266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7177" y="7205167"/>
              <a:ext cx="5102733" cy="77297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77177" y="7877810"/>
              <a:ext cx="5102733" cy="77266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87320" y="1447037"/>
            <a:ext cx="8437880" cy="124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265" b="1">
                <a:solidFill>
                  <a:srgbClr val="010300"/>
                </a:solidFill>
                <a:latin typeface="Noto Sans CJK HK"/>
                <a:cs typeface="Noto Sans CJK HK"/>
              </a:rPr>
              <a:t>我們的使命和願景</a:t>
            </a:r>
            <a:endParaRPr sz="8000">
              <a:latin typeface="Noto Sans CJK HK"/>
              <a:cs typeface="Noto Sans CJK HK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187320" y="3119450"/>
            <a:ext cx="3345179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140" b="1">
                <a:solidFill>
                  <a:srgbClr val="010300"/>
                </a:solidFill>
                <a:latin typeface="Noto Sans CJK HK"/>
                <a:cs typeface="Noto Sans CJK HK"/>
              </a:rPr>
              <a:t>我們的目標是</a:t>
            </a:r>
            <a:endParaRPr sz="4200">
              <a:latin typeface="Noto Sans CJK HK"/>
              <a:cs typeface="Noto Sans CJK HK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741" y="4339716"/>
            <a:ext cx="3810380" cy="2152269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245741" y="6606285"/>
            <a:ext cx="3810635" cy="2196465"/>
            <a:chOff x="2245741" y="6606285"/>
            <a:chExt cx="3810635" cy="219646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5741" y="6606285"/>
              <a:ext cx="3810380" cy="55168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5741" y="7183881"/>
              <a:ext cx="3810380" cy="1618488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11266931" y="0"/>
            <a:ext cx="7021195" cy="10287000"/>
            <a:chOff x="11266931" y="0"/>
            <a:chExt cx="7021195" cy="10287000"/>
          </a:xfrm>
        </p:grpSpPr>
        <p:sp>
          <p:nvSpPr>
            <p:cNvPr id="9" name="object 9" descr=""/>
            <p:cNvSpPr/>
            <p:nvPr/>
          </p:nvSpPr>
          <p:spPr>
            <a:xfrm>
              <a:off x="18003011" y="0"/>
              <a:ext cx="285115" cy="10287000"/>
            </a:xfrm>
            <a:custGeom>
              <a:avLst/>
              <a:gdLst/>
              <a:ahLst/>
              <a:cxnLst/>
              <a:rect l="l" t="t" r="r" b="b"/>
              <a:pathLst>
                <a:path w="285115" h="10287000">
                  <a:moveTo>
                    <a:pt x="0" y="0"/>
                  </a:moveTo>
                  <a:lnTo>
                    <a:pt x="0" y="10286996"/>
                  </a:lnTo>
                  <a:lnTo>
                    <a:pt x="284988" y="10286996"/>
                  </a:lnTo>
                  <a:lnTo>
                    <a:pt x="2849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66931" y="15240"/>
              <a:ext cx="7019544" cy="8019288"/>
            </a:xfrm>
            <a:prstGeom prst="rect">
              <a:avLst/>
            </a:prstGeom>
          </p:spPr>
        </p:pic>
      </p:grpSp>
      <p:sp>
        <p:nvSpPr>
          <p:cNvPr id="11" name="object 11" descr=""/>
          <p:cNvSpPr/>
          <p:nvPr/>
        </p:nvSpPr>
        <p:spPr>
          <a:xfrm>
            <a:off x="1028700" y="987552"/>
            <a:ext cx="210820" cy="8312150"/>
          </a:xfrm>
          <a:custGeom>
            <a:avLst/>
            <a:gdLst/>
            <a:ahLst/>
            <a:cxnLst/>
            <a:rect l="l" t="t" r="r" b="b"/>
            <a:pathLst>
              <a:path w="210819" h="8312150">
                <a:moveTo>
                  <a:pt x="210312" y="0"/>
                </a:moveTo>
                <a:lnTo>
                  <a:pt x="0" y="0"/>
                </a:lnTo>
                <a:lnTo>
                  <a:pt x="0" y="8311896"/>
                </a:lnTo>
                <a:lnTo>
                  <a:pt x="210312" y="8311896"/>
                </a:lnTo>
                <a:lnTo>
                  <a:pt x="210312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73554" y="1964258"/>
            <a:ext cx="949007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0" spc="260" b="1">
                <a:solidFill>
                  <a:srgbClr val="FFDB15"/>
                </a:solidFill>
                <a:latin typeface="Noto Sans CJK HK"/>
                <a:cs typeface="Noto Sans CJK HK"/>
              </a:rPr>
              <a:t>社區專勤隊是什麼？</a:t>
            </a:r>
            <a:endParaRPr sz="8000">
              <a:latin typeface="Noto Sans CJK HK"/>
              <a:cs typeface="Noto Sans CJK H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73554" y="3834129"/>
            <a:ext cx="7214234" cy="1421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100"/>
              </a:spcBef>
            </a:pPr>
            <a:r>
              <a:rPr dirty="0" sz="4200" spc="145" b="1">
                <a:solidFill>
                  <a:srgbClr val="F3F5F8"/>
                </a:solidFill>
                <a:latin typeface="Noto Sans CJK HK"/>
                <a:cs typeface="Noto Sans CJK HK"/>
              </a:rPr>
              <a:t>將社區閒置的中高齡退休居民</a:t>
            </a:r>
            <a:r>
              <a:rPr dirty="0" sz="4200" spc="150" b="1">
                <a:solidFill>
                  <a:srgbClr val="F3F5F8"/>
                </a:solidFill>
                <a:latin typeface="Noto Sans CJK HK"/>
                <a:cs typeface="Noto Sans CJK HK"/>
              </a:rPr>
              <a:t>打造成社區發展的生力軍</a:t>
            </a:r>
            <a:endParaRPr sz="4200">
              <a:latin typeface="Noto Sans CJK HK"/>
              <a:cs typeface="Noto Sans CJK HK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254" y="6318503"/>
            <a:ext cx="7815833" cy="1999742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4706111"/>
            <a:ext cx="7613015" cy="5581015"/>
            <a:chOff x="0" y="4706111"/>
            <a:chExt cx="7613015" cy="558101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254" y="5823203"/>
              <a:ext cx="4971669" cy="51358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6254" y="8299958"/>
              <a:ext cx="5326761" cy="51358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706111"/>
              <a:ext cx="3462528" cy="5580884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11795759" y="0"/>
            <a:ext cx="6492240" cy="10287000"/>
            <a:chOff x="11795759" y="0"/>
            <a:chExt cx="6492240" cy="10287000"/>
          </a:xfrm>
        </p:grpSpPr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95759" y="0"/>
              <a:ext cx="6207252" cy="835456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8003011" y="0"/>
              <a:ext cx="285115" cy="10287000"/>
            </a:xfrm>
            <a:custGeom>
              <a:avLst/>
              <a:gdLst/>
              <a:ahLst/>
              <a:cxnLst/>
              <a:rect l="l" t="t" r="r" b="b"/>
              <a:pathLst>
                <a:path w="285115" h="10287000">
                  <a:moveTo>
                    <a:pt x="0" y="0"/>
                  </a:moveTo>
                  <a:lnTo>
                    <a:pt x="0" y="10286996"/>
                  </a:lnTo>
                  <a:lnTo>
                    <a:pt x="284988" y="10286996"/>
                  </a:lnTo>
                  <a:lnTo>
                    <a:pt x="2849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003012" y="0"/>
            <a:ext cx="285115" cy="10287000"/>
          </a:xfrm>
          <a:custGeom>
            <a:avLst/>
            <a:gdLst/>
            <a:ahLst/>
            <a:cxnLst/>
            <a:rect l="l" t="t" r="r" b="b"/>
            <a:pathLst>
              <a:path w="285115" h="10287000">
                <a:moveTo>
                  <a:pt x="0" y="0"/>
                </a:moveTo>
                <a:lnTo>
                  <a:pt x="0" y="10286996"/>
                </a:lnTo>
                <a:lnTo>
                  <a:pt x="284988" y="10286996"/>
                </a:lnTo>
                <a:lnTo>
                  <a:pt x="284988" y="0"/>
                </a:lnTo>
                <a:lnTo>
                  <a:pt x="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2374" y="4816537"/>
            <a:ext cx="167601" cy="16762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4373" y="5247157"/>
            <a:ext cx="167601" cy="16760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7074" y="5394138"/>
            <a:ext cx="167601" cy="167627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5547993" y="4942641"/>
            <a:ext cx="275590" cy="342900"/>
          </a:xfrm>
          <a:custGeom>
            <a:avLst/>
            <a:gdLst/>
            <a:ahLst/>
            <a:cxnLst/>
            <a:rect l="l" t="t" r="r" b="b"/>
            <a:pathLst>
              <a:path w="275589" h="342900">
                <a:moveTo>
                  <a:pt x="251773" y="0"/>
                </a:moveTo>
                <a:lnTo>
                  <a:pt x="0" y="330259"/>
                </a:lnTo>
                <a:lnTo>
                  <a:pt x="23566" y="342759"/>
                </a:lnTo>
                <a:lnTo>
                  <a:pt x="275288" y="12474"/>
                </a:lnTo>
                <a:lnTo>
                  <a:pt x="251773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205950" y="5358968"/>
            <a:ext cx="249554" cy="113664"/>
          </a:xfrm>
          <a:custGeom>
            <a:avLst/>
            <a:gdLst/>
            <a:ahLst/>
            <a:cxnLst/>
            <a:rect l="l" t="t" r="r" b="b"/>
            <a:pathLst>
              <a:path w="249554" h="113664">
                <a:moveTo>
                  <a:pt x="241834" y="0"/>
                </a:moveTo>
                <a:lnTo>
                  <a:pt x="0" y="87681"/>
                </a:lnTo>
                <a:lnTo>
                  <a:pt x="7095" y="113399"/>
                </a:lnTo>
                <a:lnTo>
                  <a:pt x="248955" y="25717"/>
                </a:lnTo>
                <a:lnTo>
                  <a:pt x="241834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040526" y="5619194"/>
            <a:ext cx="201295" cy="349885"/>
          </a:xfrm>
          <a:custGeom>
            <a:avLst/>
            <a:gdLst/>
            <a:ahLst/>
            <a:cxnLst/>
            <a:rect l="l" t="t" r="r" b="b"/>
            <a:pathLst>
              <a:path w="201295" h="349885">
                <a:moveTo>
                  <a:pt x="200704" y="0"/>
                </a:moveTo>
                <a:lnTo>
                  <a:pt x="0" y="0"/>
                </a:lnTo>
                <a:lnTo>
                  <a:pt x="0" y="349470"/>
                </a:lnTo>
                <a:lnTo>
                  <a:pt x="200704" y="349470"/>
                </a:lnTo>
                <a:lnTo>
                  <a:pt x="200704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407825" y="5460968"/>
            <a:ext cx="201295" cy="508000"/>
          </a:xfrm>
          <a:custGeom>
            <a:avLst/>
            <a:gdLst/>
            <a:ahLst/>
            <a:cxnLst/>
            <a:rect l="l" t="t" r="r" b="b"/>
            <a:pathLst>
              <a:path w="201295" h="508000">
                <a:moveTo>
                  <a:pt x="200724" y="0"/>
                </a:moveTo>
                <a:lnTo>
                  <a:pt x="0" y="0"/>
                </a:lnTo>
                <a:lnTo>
                  <a:pt x="0" y="507697"/>
                </a:lnTo>
                <a:lnTo>
                  <a:pt x="200724" y="507697"/>
                </a:lnTo>
                <a:lnTo>
                  <a:pt x="200724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765851" y="5057756"/>
            <a:ext cx="201295" cy="911225"/>
          </a:xfrm>
          <a:custGeom>
            <a:avLst/>
            <a:gdLst/>
            <a:ahLst/>
            <a:cxnLst/>
            <a:rect l="l" t="t" r="r" b="b"/>
            <a:pathLst>
              <a:path w="201295" h="911225">
                <a:moveTo>
                  <a:pt x="200683" y="0"/>
                </a:moveTo>
                <a:lnTo>
                  <a:pt x="0" y="0"/>
                </a:lnTo>
                <a:lnTo>
                  <a:pt x="0" y="910908"/>
                </a:lnTo>
                <a:lnTo>
                  <a:pt x="200683" y="910908"/>
                </a:lnTo>
                <a:lnTo>
                  <a:pt x="200683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5388908" y="4944897"/>
            <a:ext cx="1080770" cy="1080770"/>
          </a:xfrm>
          <a:custGeom>
            <a:avLst/>
            <a:gdLst/>
            <a:ahLst/>
            <a:cxnLst/>
            <a:rect l="l" t="t" r="r" b="b"/>
            <a:pathLst>
              <a:path w="1080769" h="1080770">
                <a:moveTo>
                  <a:pt x="725906" y="635482"/>
                </a:moveTo>
                <a:lnTo>
                  <a:pt x="723849" y="606094"/>
                </a:lnTo>
                <a:lnTo>
                  <a:pt x="717689" y="579501"/>
                </a:lnTo>
                <a:lnTo>
                  <a:pt x="716584" y="576961"/>
                </a:lnTo>
                <a:lnTo>
                  <a:pt x="707402" y="555675"/>
                </a:lnTo>
                <a:lnTo>
                  <a:pt x="692962" y="534606"/>
                </a:lnTo>
                <a:lnTo>
                  <a:pt x="672807" y="515861"/>
                </a:lnTo>
                <a:lnTo>
                  <a:pt x="645401" y="498957"/>
                </a:lnTo>
                <a:lnTo>
                  <a:pt x="632955" y="493547"/>
                </a:lnTo>
                <a:lnTo>
                  <a:pt x="632955" y="649058"/>
                </a:lnTo>
                <a:lnTo>
                  <a:pt x="631825" y="662851"/>
                </a:lnTo>
                <a:lnTo>
                  <a:pt x="615137" y="698652"/>
                </a:lnTo>
                <a:lnTo>
                  <a:pt x="582371" y="721410"/>
                </a:lnTo>
                <a:lnTo>
                  <a:pt x="568820" y="725068"/>
                </a:lnTo>
                <a:lnTo>
                  <a:pt x="568820" y="719709"/>
                </a:lnTo>
                <a:lnTo>
                  <a:pt x="568820" y="576961"/>
                </a:lnTo>
                <a:lnTo>
                  <a:pt x="609244" y="596544"/>
                </a:lnTo>
                <a:lnTo>
                  <a:pt x="632015" y="636816"/>
                </a:lnTo>
                <a:lnTo>
                  <a:pt x="632955" y="649058"/>
                </a:lnTo>
                <a:lnTo>
                  <a:pt x="632955" y="493547"/>
                </a:lnTo>
                <a:lnTo>
                  <a:pt x="610743" y="483882"/>
                </a:lnTo>
                <a:lnTo>
                  <a:pt x="568820" y="470611"/>
                </a:lnTo>
                <a:lnTo>
                  <a:pt x="568820" y="452462"/>
                </a:lnTo>
                <a:lnTo>
                  <a:pt x="568820" y="322173"/>
                </a:lnTo>
                <a:lnTo>
                  <a:pt x="585457" y="331952"/>
                </a:lnTo>
                <a:lnTo>
                  <a:pt x="598576" y="345325"/>
                </a:lnTo>
                <a:lnTo>
                  <a:pt x="608203" y="362318"/>
                </a:lnTo>
                <a:lnTo>
                  <a:pt x="614337" y="382905"/>
                </a:lnTo>
                <a:lnTo>
                  <a:pt x="710399" y="370408"/>
                </a:lnTo>
                <a:lnTo>
                  <a:pt x="703846" y="343369"/>
                </a:lnTo>
                <a:lnTo>
                  <a:pt x="695286" y="322173"/>
                </a:lnTo>
                <a:lnTo>
                  <a:pt x="694829" y="321030"/>
                </a:lnTo>
                <a:lnTo>
                  <a:pt x="664883" y="279463"/>
                </a:lnTo>
                <a:lnTo>
                  <a:pt x="622998" y="252158"/>
                </a:lnTo>
                <a:lnTo>
                  <a:pt x="568820" y="238226"/>
                </a:lnTo>
                <a:lnTo>
                  <a:pt x="568820" y="200634"/>
                </a:lnTo>
                <a:lnTo>
                  <a:pt x="513765" y="200634"/>
                </a:lnTo>
                <a:lnTo>
                  <a:pt x="513765" y="238226"/>
                </a:lnTo>
                <a:lnTo>
                  <a:pt x="513765" y="321030"/>
                </a:lnTo>
                <a:lnTo>
                  <a:pt x="513765" y="452462"/>
                </a:lnTo>
                <a:lnTo>
                  <a:pt x="502183" y="446709"/>
                </a:lnTo>
                <a:lnTo>
                  <a:pt x="471576" y="415696"/>
                </a:lnTo>
                <a:lnTo>
                  <a:pt x="464743" y="387121"/>
                </a:lnTo>
                <a:lnTo>
                  <a:pt x="465556" y="376339"/>
                </a:lnTo>
                <a:lnTo>
                  <a:pt x="485254" y="338378"/>
                </a:lnTo>
                <a:lnTo>
                  <a:pt x="513765" y="321030"/>
                </a:lnTo>
                <a:lnTo>
                  <a:pt x="513765" y="238226"/>
                </a:lnTo>
                <a:lnTo>
                  <a:pt x="454939" y="253669"/>
                </a:lnTo>
                <a:lnTo>
                  <a:pt x="409117" y="286981"/>
                </a:lnTo>
                <a:lnTo>
                  <a:pt x="379641" y="334391"/>
                </a:lnTo>
                <a:lnTo>
                  <a:pt x="369773" y="391693"/>
                </a:lnTo>
                <a:lnTo>
                  <a:pt x="371957" y="421259"/>
                </a:lnTo>
                <a:lnTo>
                  <a:pt x="389356" y="473544"/>
                </a:lnTo>
                <a:lnTo>
                  <a:pt x="424408" y="516458"/>
                </a:lnTo>
                <a:lnTo>
                  <a:pt x="479005" y="548652"/>
                </a:lnTo>
                <a:lnTo>
                  <a:pt x="513765" y="560616"/>
                </a:lnTo>
                <a:lnTo>
                  <a:pt x="513765" y="719709"/>
                </a:lnTo>
                <a:lnTo>
                  <a:pt x="476504" y="687806"/>
                </a:lnTo>
                <a:lnTo>
                  <a:pt x="457415" y="650151"/>
                </a:lnTo>
                <a:lnTo>
                  <a:pt x="453732" y="635482"/>
                </a:lnTo>
                <a:lnTo>
                  <a:pt x="354647" y="646061"/>
                </a:lnTo>
                <a:lnTo>
                  <a:pt x="373418" y="712419"/>
                </a:lnTo>
                <a:lnTo>
                  <a:pt x="407035" y="761834"/>
                </a:lnTo>
                <a:lnTo>
                  <a:pt x="454215" y="794600"/>
                </a:lnTo>
                <a:lnTo>
                  <a:pt x="513765" y="810831"/>
                </a:lnTo>
                <a:lnTo>
                  <a:pt x="513765" y="879957"/>
                </a:lnTo>
                <a:lnTo>
                  <a:pt x="568820" y="879957"/>
                </a:lnTo>
                <a:lnTo>
                  <a:pt x="568820" y="808939"/>
                </a:lnTo>
                <a:lnTo>
                  <a:pt x="603796" y="801344"/>
                </a:lnTo>
                <a:lnTo>
                  <a:pt x="661568" y="772490"/>
                </a:lnTo>
                <a:lnTo>
                  <a:pt x="702551" y="726351"/>
                </a:lnTo>
                <a:lnTo>
                  <a:pt x="703148" y="725068"/>
                </a:lnTo>
                <a:lnTo>
                  <a:pt x="715530" y="698754"/>
                </a:lnTo>
                <a:lnTo>
                  <a:pt x="723315" y="668451"/>
                </a:lnTo>
                <a:lnTo>
                  <a:pt x="725906" y="635482"/>
                </a:lnTo>
                <a:close/>
              </a:path>
              <a:path w="1080769" h="1080770">
                <a:moveTo>
                  <a:pt x="1080541" y="540308"/>
                </a:moveTo>
                <a:lnTo>
                  <a:pt x="1078331" y="491197"/>
                </a:lnTo>
                <a:lnTo>
                  <a:pt x="1071816" y="443318"/>
                </a:lnTo>
                <a:lnTo>
                  <a:pt x="1061212" y="396836"/>
                </a:lnTo>
                <a:lnTo>
                  <a:pt x="1046695" y="351967"/>
                </a:lnTo>
                <a:lnTo>
                  <a:pt x="1028446" y="308902"/>
                </a:lnTo>
                <a:lnTo>
                  <a:pt x="1023708" y="299974"/>
                </a:lnTo>
                <a:lnTo>
                  <a:pt x="1023708" y="540308"/>
                </a:lnTo>
                <a:lnTo>
                  <a:pt x="1021486" y="586790"/>
                </a:lnTo>
                <a:lnTo>
                  <a:pt x="1014971" y="632040"/>
                </a:lnTo>
                <a:lnTo>
                  <a:pt x="1004366" y="675855"/>
                </a:lnTo>
                <a:lnTo>
                  <a:pt x="989863" y="718019"/>
                </a:lnTo>
                <a:lnTo>
                  <a:pt x="971677" y="758329"/>
                </a:lnTo>
                <a:lnTo>
                  <a:pt x="950010" y="796594"/>
                </a:lnTo>
                <a:lnTo>
                  <a:pt x="925068" y="832599"/>
                </a:lnTo>
                <a:lnTo>
                  <a:pt x="897051" y="866140"/>
                </a:lnTo>
                <a:lnTo>
                  <a:pt x="866165" y="897013"/>
                </a:lnTo>
                <a:lnTo>
                  <a:pt x="832612" y="925029"/>
                </a:lnTo>
                <a:lnTo>
                  <a:pt x="796594" y="949960"/>
                </a:lnTo>
                <a:lnTo>
                  <a:pt x="758329" y="971626"/>
                </a:lnTo>
                <a:lnTo>
                  <a:pt x="718007" y="989799"/>
                </a:lnTo>
                <a:lnTo>
                  <a:pt x="675830" y="1004303"/>
                </a:lnTo>
                <a:lnTo>
                  <a:pt x="632015" y="1014907"/>
                </a:lnTo>
                <a:lnTo>
                  <a:pt x="586765" y="1021422"/>
                </a:lnTo>
                <a:lnTo>
                  <a:pt x="540270" y="1023632"/>
                </a:lnTo>
                <a:lnTo>
                  <a:pt x="493788" y="1021422"/>
                </a:lnTo>
                <a:lnTo>
                  <a:pt x="448551" y="1014907"/>
                </a:lnTo>
                <a:lnTo>
                  <a:pt x="404736" y="1004303"/>
                </a:lnTo>
                <a:lnTo>
                  <a:pt x="362572" y="989799"/>
                </a:lnTo>
                <a:lnTo>
                  <a:pt x="322262" y="971626"/>
                </a:lnTo>
                <a:lnTo>
                  <a:pt x="283997" y="949960"/>
                </a:lnTo>
                <a:lnTo>
                  <a:pt x="247992" y="925029"/>
                </a:lnTo>
                <a:lnTo>
                  <a:pt x="214439" y="897013"/>
                </a:lnTo>
                <a:lnTo>
                  <a:pt x="183553" y="866140"/>
                </a:lnTo>
                <a:lnTo>
                  <a:pt x="155536" y="832599"/>
                </a:lnTo>
                <a:lnTo>
                  <a:pt x="130594" y="796594"/>
                </a:lnTo>
                <a:lnTo>
                  <a:pt x="108927" y="758329"/>
                </a:lnTo>
                <a:lnTo>
                  <a:pt x="90741" y="718019"/>
                </a:lnTo>
                <a:lnTo>
                  <a:pt x="76250" y="675855"/>
                </a:lnTo>
                <a:lnTo>
                  <a:pt x="65633" y="632040"/>
                </a:lnTo>
                <a:lnTo>
                  <a:pt x="59118" y="586790"/>
                </a:lnTo>
                <a:lnTo>
                  <a:pt x="56908" y="540308"/>
                </a:lnTo>
                <a:lnTo>
                  <a:pt x="59118" y="493814"/>
                </a:lnTo>
                <a:lnTo>
                  <a:pt x="65633" y="448564"/>
                </a:lnTo>
                <a:lnTo>
                  <a:pt x="76250" y="404749"/>
                </a:lnTo>
                <a:lnTo>
                  <a:pt x="90741" y="362572"/>
                </a:lnTo>
                <a:lnTo>
                  <a:pt x="108927" y="322249"/>
                </a:lnTo>
                <a:lnTo>
                  <a:pt x="130594" y="283984"/>
                </a:lnTo>
                <a:lnTo>
                  <a:pt x="155536" y="247967"/>
                </a:lnTo>
                <a:lnTo>
                  <a:pt x="183553" y="214414"/>
                </a:lnTo>
                <a:lnTo>
                  <a:pt x="214439" y="183515"/>
                </a:lnTo>
                <a:lnTo>
                  <a:pt x="247992" y="155498"/>
                </a:lnTo>
                <a:lnTo>
                  <a:pt x="283997" y="130556"/>
                </a:lnTo>
                <a:lnTo>
                  <a:pt x="322262" y="108889"/>
                </a:lnTo>
                <a:lnTo>
                  <a:pt x="362572" y="90703"/>
                </a:lnTo>
                <a:lnTo>
                  <a:pt x="404736" y="76200"/>
                </a:lnTo>
                <a:lnTo>
                  <a:pt x="448551" y="65582"/>
                </a:lnTo>
                <a:lnTo>
                  <a:pt x="493788" y="59067"/>
                </a:lnTo>
                <a:lnTo>
                  <a:pt x="540270" y="56857"/>
                </a:lnTo>
                <a:lnTo>
                  <a:pt x="586765" y="59067"/>
                </a:lnTo>
                <a:lnTo>
                  <a:pt x="632015" y="65582"/>
                </a:lnTo>
                <a:lnTo>
                  <a:pt x="675830" y="76200"/>
                </a:lnTo>
                <a:lnTo>
                  <a:pt x="718007" y="90703"/>
                </a:lnTo>
                <a:lnTo>
                  <a:pt x="758329" y="108889"/>
                </a:lnTo>
                <a:lnTo>
                  <a:pt x="796594" y="130556"/>
                </a:lnTo>
                <a:lnTo>
                  <a:pt x="832612" y="155498"/>
                </a:lnTo>
                <a:lnTo>
                  <a:pt x="866165" y="183515"/>
                </a:lnTo>
                <a:lnTo>
                  <a:pt x="897051" y="214414"/>
                </a:lnTo>
                <a:lnTo>
                  <a:pt x="925068" y="247967"/>
                </a:lnTo>
                <a:lnTo>
                  <a:pt x="950010" y="283984"/>
                </a:lnTo>
                <a:lnTo>
                  <a:pt x="971677" y="322249"/>
                </a:lnTo>
                <a:lnTo>
                  <a:pt x="989863" y="362572"/>
                </a:lnTo>
                <a:lnTo>
                  <a:pt x="1004366" y="404749"/>
                </a:lnTo>
                <a:lnTo>
                  <a:pt x="1014971" y="448564"/>
                </a:lnTo>
                <a:lnTo>
                  <a:pt x="1021486" y="493814"/>
                </a:lnTo>
                <a:lnTo>
                  <a:pt x="1023708" y="540308"/>
                </a:lnTo>
                <a:lnTo>
                  <a:pt x="1023708" y="299974"/>
                </a:lnTo>
                <a:lnTo>
                  <a:pt x="981583" y="228917"/>
                </a:lnTo>
                <a:lnTo>
                  <a:pt x="953338" y="192392"/>
                </a:lnTo>
                <a:lnTo>
                  <a:pt x="922134" y="158432"/>
                </a:lnTo>
                <a:lnTo>
                  <a:pt x="888174" y="127228"/>
                </a:lnTo>
                <a:lnTo>
                  <a:pt x="851662" y="98983"/>
                </a:lnTo>
                <a:lnTo>
                  <a:pt x="812761" y="73875"/>
                </a:lnTo>
                <a:lnTo>
                  <a:pt x="780643" y="56857"/>
                </a:lnTo>
                <a:lnTo>
                  <a:pt x="771677" y="52095"/>
                </a:lnTo>
                <a:lnTo>
                  <a:pt x="728611" y="33858"/>
                </a:lnTo>
                <a:lnTo>
                  <a:pt x="683742" y="19329"/>
                </a:lnTo>
                <a:lnTo>
                  <a:pt x="637273" y="8712"/>
                </a:lnTo>
                <a:lnTo>
                  <a:pt x="589381" y="2209"/>
                </a:lnTo>
                <a:lnTo>
                  <a:pt x="540270" y="0"/>
                </a:lnTo>
                <a:lnTo>
                  <a:pt x="491172" y="2209"/>
                </a:lnTo>
                <a:lnTo>
                  <a:pt x="443293" y="8712"/>
                </a:lnTo>
                <a:lnTo>
                  <a:pt x="396824" y="19329"/>
                </a:lnTo>
                <a:lnTo>
                  <a:pt x="351955" y="33858"/>
                </a:lnTo>
                <a:lnTo>
                  <a:pt x="308889" y="52095"/>
                </a:lnTo>
                <a:lnTo>
                  <a:pt x="267817" y="73875"/>
                </a:lnTo>
                <a:lnTo>
                  <a:pt x="228917" y="98983"/>
                </a:lnTo>
                <a:lnTo>
                  <a:pt x="192392" y="127228"/>
                </a:lnTo>
                <a:lnTo>
                  <a:pt x="158432" y="158432"/>
                </a:lnTo>
                <a:lnTo>
                  <a:pt x="127228" y="192392"/>
                </a:lnTo>
                <a:lnTo>
                  <a:pt x="98983" y="228917"/>
                </a:lnTo>
                <a:lnTo>
                  <a:pt x="73875" y="267817"/>
                </a:lnTo>
                <a:lnTo>
                  <a:pt x="52108" y="308902"/>
                </a:lnTo>
                <a:lnTo>
                  <a:pt x="33858" y="351967"/>
                </a:lnTo>
                <a:lnTo>
                  <a:pt x="19342" y="396836"/>
                </a:lnTo>
                <a:lnTo>
                  <a:pt x="8724" y="443318"/>
                </a:lnTo>
                <a:lnTo>
                  <a:pt x="2209" y="491197"/>
                </a:lnTo>
                <a:lnTo>
                  <a:pt x="0" y="540308"/>
                </a:lnTo>
                <a:lnTo>
                  <a:pt x="2209" y="589419"/>
                </a:lnTo>
                <a:lnTo>
                  <a:pt x="8724" y="637298"/>
                </a:lnTo>
                <a:lnTo>
                  <a:pt x="19342" y="683768"/>
                </a:lnTo>
                <a:lnTo>
                  <a:pt x="33858" y="728624"/>
                </a:lnTo>
                <a:lnTo>
                  <a:pt x="52108" y="771702"/>
                </a:lnTo>
                <a:lnTo>
                  <a:pt x="73875" y="812774"/>
                </a:lnTo>
                <a:lnTo>
                  <a:pt x="98983" y="851674"/>
                </a:lnTo>
                <a:lnTo>
                  <a:pt x="127228" y="888187"/>
                </a:lnTo>
                <a:lnTo>
                  <a:pt x="158432" y="922147"/>
                </a:lnTo>
                <a:lnTo>
                  <a:pt x="192392" y="953338"/>
                </a:lnTo>
                <a:lnTo>
                  <a:pt x="228917" y="981595"/>
                </a:lnTo>
                <a:lnTo>
                  <a:pt x="267817" y="1006690"/>
                </a:lnTo>
                <a:lnTo>
                  <a:pt x="308889" y="1028458"/>
                </a:lnTo>
                <a:lnTo>
                  <a:pt x="351955" y="1046708"/>
                </a:lnTo>
                <a:lnTo>
                  <a:pt x="396824" y="1061224"/>
                </a:lnTo>
                <a:lnTo>
                  <a:pt x="443293" y="1071841"/>
                </a:lnTo>
                <a:lnTo>
                  <a:pt x="491172" y="1078344"/>
                </a:lnTo>
                <a:lnTo>
                  <a:pt x="540270" y="1080554"/>
                </a:lnTo>
                <a:lnTo>
                  <a:pt x="589381" y="1078344"/>
                </a:lnTo>
                <a:lnTo>
                  <a:pt x="637273" y="1071841"/>
                </a:lnTo>
                <a:lnTo>
                  <a:pt x="683742" y="1061224"/>
                </a:lnTo>
                <a:lnTo>
                  <a:pt x="728611" y="1046708"/>
                </a:lnTo>
                <a:lnTo>
                  <a:pt x="771677" y="1028458"/>
                </a:lnTo>
                <a:lnTo>
                  <a:pt x="812761" y="1006690"/>
                </a:lnTo>
                <a:lnTo>
                  <a:pt x="851662" y="981595"/>
                </a:lnTo>
                <a:lnTo>
                  <a:pt x="888174" y="953338"/>
                </a:lnTo>
                <a:lnTo>
                  <a:pt x="922134" y="922147"/>
                </a:lnTo>
                <a:lnTo>
                  <a:pt x="953338" y="888187"/>
                </a:lnTo>
                <a:lnTo>
                  <a:pt x="981583" y="851674"/>
                </a:lnTo>
                <a:lnTo>
                  <a:pt x="1006678" y="812774"/>
                </a:lnTo>
                <a:lnTo>
                  <a:pt x="1028446" y="771702"/>
                </a:lnTo>
                <a:lnTo>
                  <a:pt x="1046695" y="728624"/>
                </a:lnTo>
                <a:lnTo>
                  <a:pt x="1061212" y="683768"/>
                </a:lnTo>
                <a:lnTo>
                  <a:pt x="1071816" y="637298"/>
                </a:lnTo>
                <a:lnTo>
                  <a:pt x="1078331" y="589419"/>
                </a:lnTo>
                <a:lnTo>
                  <a:pt x="1080541" y="540308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028700" y="1028700"/>
            <a:ext cx="181610" cy="2498090"/>
          </a:xfrm>
          <a:custGeom>
            <a:avLst/>
            <a:gdLst/>
            <a:ahLst/>
            <a:cxnLst/>
            <a:rect l="l" t="t" r="r" b="b"/>
            <a:pathLst>
              <a:path w="181609" h="2498090">
                <a:moveTo>
                  <a:pt x="181356" y="0"/>
                </a:moveTo>
                <a:lnTo>
                  <a:pt x="0" y="0"/>
                </a:lnTo>
                <a:lnTo>
                  <a:pt x="0" y="2497835"/>
                </a:lnTo>
                <a:lnTo>
                  <a:pt x="181356" y="2497835"/>
                </a:lnTo>
                <a:lnTo>
                  <a:pt x="181356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1920004" y="4820144"/>
            <a:ext cx="1310640" cy="1144905"/>
          </a:xfrm>
          <a:custGeom>
            <a:avLst/>
            <a:gdLst/>
            <a:ahLst/>
            <a:cxnLst/>
            <a:rect l="l" t="t" r="r" b="b"/>
            <a:pathLst>
              <a:path w="1310640" h="1144904">
                <a:moveTo>
                  <a:pt x="1310424" y="268071"/>
                </a:moveTo>
                <a:lnTo>
                  <a:pt x="1308265" y="257606"/>
                </a:lnTo>
                <a:lnTo>
                  <a:pt x="1302385" y="248983"/>
                </a:lnTo>
                <a:lnTo>
                  <a:pt x="1293736" y="243116"/>
                </a:lnTo>
                <a:lnTo>
                  <a:pt x="1283220" y="240957"/>
                </a:lnTo>
                <a:lnTo>
                  <a:pt x="1256017" y="240957"/>
                </a:lnTo>
                <a:lnTo>
                  <a:pt x="1256017" y="295186"/>
                </a:lnTo>
                <a:lnTo>
                  <a:pt x="1256017" y="579805"/>
                </a:lnTo>
                <a:lnTo>
                  <a:pt x="1256017" y="634022"/>
                </a:lnTo>
                <a:lnTo>
                  <a:pt x="1256017" y="1090333"/>
                </a:lnTo>
                <a:lnTo>
                  <a:pt x="54394" y="1090333"/>
                </a:lnTo>
                <a:lnTo>
                  <a:pt x="54394" y="634022"/>
                </a:lnTo>
                <a:lnTo>
                  <a:pt x="332447" y="634022"/>
                </a:lnTo>
                <a:lnTo>
                  <a:pt x="332447" y="751801"/>
                </a:lnTo>
                <a:lnTo>
                  <a:pt x="478104" y="751801"/>
                </a:lnTo>
                <a:lnTo>
                  <a:pt x="478104" y="693978"/>
                </a:lnTo>
                <a:lnTo>
                  <a:pt x="478104" y="634022"/>
                </a:lnTo>
                <a:lnTo>
                  <a:pt x="840168" y="634022"/>
                </a:lnTo>
                <a:lnTo>
                  <a:pt x="840168" y="751801"/>
                </a:lnTo>
                <a:lnTo>
                  <a:pt x="985837" y="751801"/>
                </a:lnTo>
                <a:lnTo>
                  <a:pt x="985837" y="693978"/>
                </a:lnTo>
                <a:lnTo>
                  <a:pt x="985837" y="634022"/>
                </a:lnTo>
                <a:lnTo>
                  <a:pt x="1256017" y="634022"/>
                </a:lnTo>
                <a:lnTo>
                  <a:pt x="1256017" y="579805"/>
                </a:lnTo>
                <a:lnTo>
                  <a:pt x="985837" y="579805"/>
                </a:lnTo>
                <a:lnTo>
                  <a:pt x="985837" y="550506"/>
                </a:lnTo>
                <a:lnTo>
                  <a:pt x="985837" y="492709"/>
                </a:lnTo>
                <a:lnTo>
                  <a:pt x="927836" y="492709"/>
                </a:lnTo>
                <a:lnTo>
                  <a:pt x="927836" y="550506"/>
                </a:lnTo>
                <a:lnTo>
                  <a:pt x="927836" y="693978"/>
                </a:lnTo>
                <a:lnTo>
                  <a:pt x="898169" y="693978"/>
                </a:lnTo>
                <a:lnTo>
                  <a:pt x="898169" y="550506"/>
                </a:lnTo>
                <a:lnTo>
                  <a:pt x="927836" y="550506"/>
                </a:lnTo>
                <a:lnTo>
                  <a:pt x="927836" y="492709"/>
                </a:lnTo>
                <a:lnTo>
                  <a:pt x="840168" y="492709"/>
                </a:lnTo>
                <a:lnTo>
                  <a:pt x="840168" y="579805"/>
                </a:lnTo>
                <a:lnTo>
                  <a:pt x="478104" y="579805"/>
                </a:lnTo>
                <a:lnTo>
                  <a:pt x="478104" y="550506"/>
                </a:lnTo>
                <a:lnTo>
                  <a:pt x="478104" y="492709"/>
                </a:lnTo>
                <a:lnTo>
                  <a:pt x="420090" y="492709"/>
                </a:lnTo>
                <a:lnTo>
                  <a:pt x="420090" y="550506"/>
                </a:lnTo>
                <a:lnTo>
                  <a:pt x="420090" y="693978"/>
                </a:lnTo>
                <a:lnTo>
                  <a:pt x="390448" y="693978"/>
                </a:lnTo>
                <a:lnTo>
                  <a:pt x="390448" y="550506"/>
                </a:lnTo>
                <a:lnTo>
                  <a:pt x="420090" y="550506"/>
                </a:lnTo>
                <a:lnTo>
                  <a:pt x="420090" y="492709"/>
                </a:lnTo>
                <a:lnTo>
                  <a:pt x="332447" y="492709"/>
                </a:lnTo>
                <a:lnTo>
                  <a:pt x="332447" y="579805"/>
                </a:lnTo>
                <a:lnTo>
                  <a:pt x="54394" y="579805"/>
                </a:lnTo>
                <a:lnTo>
                  <a:pt x="54394" y="295186"/>
                </a:lnTo>
                <a:lnTo>
                  <a:pt x="1256017" y="295186"/>
                </a:lnTo>
                <a:lnTo>
                  <a:pt x="1256017" y="240957"/>
                </a:lnTo>
                <a:lnTo>
                  <a:pt x="896391" y="240957"/>
                </a:lnTo>
                <a:lnTo>
                  <a:pt x="896391" y="54229"/>
                </a:lnTo>
                <a:lnTo>
                  <a:pt x="896391" y="27114"/>
                </a:lnTo>
                <a:lnTo>
                  <a:pt x="894219" y="16637"/>
                </a:lnTo>
                <a:lnTo>
                  <a:pt x="888352" y="8013"/>
                </a:lnTo>
                <a:lnTo>
                  <a:pt x="879690" y="2159"/>
                </a:lnTo>
                <a:lnTo>
                  <a:pt x="869188" y="0"/>
                </a:lnTo>
                <a:lnTo>
                  <a:pt x="841984" y="0"/>
                </a:lnTo>
                <a:lnTo>
                  <a:pt x="841984" y="54229"/>
                </a:lnTo>
                <a:lnTo>
                  <a:pt x="841984" y="240957"/>
                </a:lnTo>
                <a:lnTo>
                  <a:pt x="467245" y="240957"/>
                </a:lnTo>
                <a:lnTo>
                  <a:pt x="467245" y="54229"/>
                </a:lnTo>
                <a:lnTo>
                  <a:pt x="841984" y="54229"/>
                </a:lnTo>
                <a:lnTo>
                  <a:pt x="841984" y="0"/>
                </a:lnTo>
                <a:lnTo>
                  <a:pt x="440042" y="0"/>
                </a:lnTo>
                <a:lnTo>
                  <a:pt x="429526" y="2159"/>
                </a:lnTo>
                <a:lnTo>
                  <a:pt x="420878" y="8013"/>
                </a:lnTo>
                <a:lnTo>
                  <a:pt x="414997" y="16637"/>
                </a:lnTo>
                <a:lnTo>
                  <a:pt x="412826" y="27114"/>
                </a:lnTo>
                <a:lnTo>
                  <a:pt x="412826" y="240957"/>
                </a:lnTo>
                <a:lnTo>
                  <a:pt x="27190" y="240957"/>
                </a:lnTo>
                <a:lnTo>
                  <a:pt x="16687" y="243128"/>
                </a:lnTo>
                <a:lnTo>
                  <a:pt x="8039" y="248983"/>
                </a:lnTo>
                <a:lnTo>
                  <a:pt x="2159" y="257606"/>
                </a:lnTo>
                <a:lnTo>
                  <a:pt x="0" y="268071"/>
                </a:lnTo>
                <a:lnTo>
                  <a:pt x="0" y="1117447"/>
                </a:lnTo>
                <a:lnTo>
                  <a:pt x="2159" y="1127912"/>
                </a:lnTo>
                <a:lnTo>
                  <a:pt x="8039" y="1136535"/>
                </a:lnTo>
                <a:lnTo>
                  <a:pt x="16687" y="1142390"/>
                </a:lnTo>
                <a:lnTo>
                  <a:pt x="27190" y="1144549"/>
                </a:lnTo>
                <a:lnTo>
                  <a:pt x="1283220" y="1144549"/>
                </a:lnTo>
                <a:lnTo>
                  <a:pt x="1285303" y="1143660"/>
                </a:lnTo>
                <a:lnTo>
                  <a:pt x="1294511" y="1139698"/>
                </a:lnTo>
                <a:lnTo>
                  <a:pt x="1301927" y="1137107"/>
                </a:lnTo>
                <a:lnTo>
                  <a:pt x="1302232" y="1136383"/>
                </a:lnTo>
                <a:lnTo>
                  <a:pt x="1302956" y="1136078"/>
                </a:lnTo>
                <a:lnTo>
                  <a:pt x="1305585" y="1128661"/>
                </a:lnTo>
                <a:lnTo>
                  <a:pt x="1309522" y="1117447"/>
                </a:lnTo>
                <a:lnTo>
                  <a:pt x="1305585" y="1128661"/>
                </a:lnTo>
                <a:lnTo>
                  <a:pt x="1310424" y="1117447"/>
                </a:lnTo>
                <a:lnTo>
                  <a:pt x="1310424" y="1090333"/>
                </a:lnTo>
                <a:lnTo>
                  <a:pt x="1310424" y="295186"/>
                </a:lnTo>
                <a:lnTo>
                  <a:pt x="1310424" y="268071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9384818" y="5156255"/>
            <a:ext cx="387985" cy="365125"/>
          </a:xfrm>
          <a:custGeom>
            <a:avLst/>
            <a:gdLst/>
            <a:ahLst/>
            <a:cxnLst/>
            <a:rect l="l" t="t" r="r" b="b"/>
            <a:pathLst>
              <a:path w="387984" h="365125">
                <a:moveTo>
                  <a:pt x="339510" y="0"/>
                </a:moveTo>
                <a:lnTo>
                  <a:pt x="0" y="297601"/>
                </a:lnTo>
                <a:lnTo>
                  <a:pt x="5855" y="308385"/>
                </a:lnTo>
                <a:lnTo>
                  <a:pt x="11346" y="322004"/>
                </a:lnTo>
                <a:lnTo>
                  <a:pt x="15561" y="336029"/>
                </a:lnTo>
                <a:lnTo>
                  <a:pt x="18504" y="350351"/>
                </a:lnTo>
                <a:lnTo>
                  <a:pt x="20179" y="364859"/>
                </a:lnTo>
                <a:lnTo>
                  <a:pt x="387579" y="42844"/>
                </a:lnTo>
                <a:lnTo>
                  <a:pt x="373960" y="33950"/>
                </a:lnTo>
                <a:lnTo>
                  <a:pt x="361317" y="23784"/>
                </a:lnTo>
                <a:lnTo>
                  <a:pt x="349788" y="12437"/>
                </a:lnTo>
                <a:lnTo>
                  <a:pt x="33951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805640" y="5156797"/>
            <a:ext cx="339090" cy="338455"/>
          </a:xfrm>
          <a:custGeom>
            <a:avLst/>
            <a:gdLst/>
            <a:ahLst/>
            <a:cxnLst/>
            <a:rect l="l" t="t" r="r" b="b"/>
            <a:pathLst>
              <a:path w="339090" h="338454">
                <a:moveTo>
                  <a:pt x="20895" y="0"/>
                </a:moveTo>
                <a:lnTo>
                  <a:pt x="18584" y="17573"/>
                </a:lnTo>
                <a:lnTo>
                  <a:pt x="14255" y="34641"/>
                </a:lnTo>
                <a:lnTo>
                  <a:pt x="8022" y="51045"/>
                </a:lnTo>
                <a:lnTo>
                  <a:pt x="0" y="66624"/>
                </a:lnTo>
                <a:lnTo>
                  <a:pt x="309515" y="338013"/>
                </a:lnTo>
                <a:lnTo>
                  <a:pt x="314253" y="322038"/>
                </a:lnTo>
                <a:lnTo>
                  <a:pt x="320684" y="306684"/>
                </a:lnTo>
                <a:lnTo>
                  <a:pt x="328799" y="292129"/>
                </a:lnTo>
                <a:lnTo>
                  <a:pt x="338584" y="278552"/>
                </a:lnTo>
                <a:lnTo>
                  <a:pt x="20895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916380" y="5000396"/>
            <a:ext cx="915669" cy="772160"/>
          </a:xfrm>
          <a:custGeom>
            <a:avLst/>
            <a:gdLst/>
            <a:ahLst/>
            <a:cxnLst/>
            <a:rect l="l" t="t" r="r" b="b"/>
            <a:pathLst>
              <a:path w="915670" h="772160">
                <a:moveTo>
                  <a:pt x="915555" y="147104"/>
                </a:moveTo>
                <a:lnTo>
                  <a:pt x="915187" y="139890"/>
                </a:lnTo>
                <a:lnTo>
                  <a:pt x="914323" y="131457"/>
                </a:lnTo>
                <a:lnTo>
                  <a:pt x="913904" y="129120"/>
                </a:lnTo>
                <a:lnTo>
                  <a:pt x="913650" y="125869"/>
                </a:lnTo>
                <a:lnTo>
                  <a:pt x="913307" y="124206"/>
                </a:lnTo>
                <a:lnTo>
                  <a:pt x="898118" y="81216"/>
                </a:lnTo>
                <a:lnTo>
                  <a:pt x="885050" y="63588"/>
                </a:lnTo>
                <a:lnTo>
                  <a:pt x="871626" y="45478"/>
                </a:lnTo>
                <a:lnTo>
                  <a:pt x="850493" y="29552"/>
                </a:lnTo>
                <a:lnTo>
                  <a:pt x="850493" y="137718"/>
                </a:lnTo>
                <a:lnTo>
                  <a:pt x="847229" y="174332"/>
                </a:lnTo>
                <a:lnTo>
                  <a:pt x="831938" y="205994"/>
                </a:lnTo>
                <a:lnTo>
                  <a:pt x="805700" y="229095"/>
                </a:lnTo>
                <a:lnTo>
                  <a:pt x="769607" y="240004"/>
                </a:lnTo>
                <a:lnTo>
                  <a:pt x="732358" y="235318"/>
                </a:lnTo>
                <a:lnTo>
                  <a:pt x="702183" y="216573"/>
                </a:lnTo>
                <a:lnTo>
                  <a:pt x="681520" y="187452"/>
                </a:lnTo>
                <a:lnTo>
                  <a:pt x="672795" y="151650"/>
                </a:lnTo>
                <a:lnTo>
                  <a:pt x="678027" y="119824"/>
                </a:lnTo>
                <a:lnTo>
                  <a:pt x="694969" y="93611"/>
                </a:lnTo>
                <a:lnTo>
                  <a:pt x="720229" y="74409"/>
                </a:lnTo>
                <a:lnTo>
                  <a:pt x="750404" y="63588"/>
                </a:lnTo>
                <a:lnTo>
                  <a:pt x="785418" y="64909"/>
                </a:lnTo>
                <a:lnTo>
                  <a:pt x="815174" y="80530"/>
                </a:lnTo>
                <a:lnTo>
                  <a:pt x="837552" y="106210"/>
                </a:lnTo>
                <a:lnTo>
                  <a:pt x="850493" y="137718"/>
                </a:lnTo>
                <a:lnTo>
                  <a:pt x="850493" y="29552"/>
                </a:lnTo>
                <a:lnTo>
                  <a:pt x="836269" y="18821"/>
                </a:lnTo>
                <a:lnTo>
                  <a:pt x="794435" y="3060"/>
                </a:lnTo>
                <a:lnTo>
                  <a:pt x="748550" y="0"/>
                </a:lnTo>
                <a:lnTo>
                  <a:pt x="703503" y="10871"/>
                </a:lnTo>
                <a:lnTo>
                  <a:pt x="665340" y="33896"/>
                </a:lnTo>
                <a:lnTo>
                  <a:pt x="635660" y="66636"/>
                </a:lnTo>
                <a:lnTo>
                  <a:pt x="616140" y="106705"/>
                </a:lnTo>
                <a:lnTo>
                  <a:pt x="608380" y="151650"/>
                </a:lnTo>
                <a:lnTo>
                  <a:pt x="608495" y="161417"/>
                </a:lnTo>
                <a:lnTo>
                  <a:pt x="608774" y="166573"/>
                </a:lnTo>
                <a:lnTo>
                  <a:pt x="609574" y="173875"/>
                </a:lnTo>
                <a:lnTo>
                  <a:pt x="610654" y="180555"/>
                </a:lnTo>
                <a:lnTo>
                  <a:pt x="246087" y="499389"/>
                </a:lnTo>
                <a:lnTo>
                  <a:pt x="243332" y="497636"/>
                </a:lnTo>
                <a:lnTo>
                  <a:pt x="243332" y="619429"/>
                </a:lnTo>
                <a:lnTo>
                  <a:pt x="234124" y="656882"/>
                </a:lnTo>
                <a:lnTo>
                  <a:pt x="213639" y="683641"/>
                </a:lnTo>
                <a:lnTo>
                  <a:pt x="185635" y="699706"/>
                </a:lnTo>
                <a:lnTo>
                  <a:pt x="153885" y="705053"/>
                </a:lnTo>
                <a:lnTo>
                  <a:pt x="122123" y="699706"/>
                </a:lnTo>
                <a:lnTo>
                  <a:pt x="94119" y="683641"/>
                </a:lnTo>
                <a:lnTo>
                  <a:pt x="73634" y="656882"/>
                </a:lnTo>
                <a:lnTo>
                  <a:pt x="64414" y="619404"/>
                </a:lnTo>
                <a:lnTo>
                  <a:pt x="70065" y="581939"/>
                </a:lnTo>
                <a:lnTo>
                  <a:pt x="88874" y="555218"/>
                </a:lnTo>
                <a:lnTo>
                  <a:pt x="116662" y="539229"/>
                </a:lnTo>
                <a:lnTo>
                  <a:pt x="149225" y="533933"/>
                </a:lnTo>
                <a:lnTo>
                  <a:pt x="182372" y="539330"/>
                </a:lnTo>
                <a:lnTo>
                  <a:pt x="211899" y="555383"/>
                </a:lnTo>
                <a:lnTo>
                  <a:pt x="233616" y="582091"/>
                </a:lnTo>
                <a:lnTo>
                  <a:pt x="243332" y="619429"/>
                </a:lnTo>
                <a:lnTo>
                  <a:pt x="243332" y="497636"/>
                </a:lnTo>
                <a:lnTo>
                  <a:pt x="226110" y="486664"/>
                </a:lnTo>
                <a:lnTo>
                  <a:pt x="203962" y="476872"/>
                </a:lnTo>
                <a:lnTo>
                  <a:pt x="179819" y="470255"/>
                </a:lnTo>
                <a:lnTo>
                  <a:pt x="153873" y="467042"/>
                </a:lnTo>
                <a:lnTo>
                  <a:pt x="104952" y="473506"/>
                </a:lnTo>
                <a:lnTo>
                  <a:pt x="63449" y="495871"/>
                </a:lnTo>
                <a:lnTo>
                  <a:pt x="31026" y="530225"/>
                </a:lnTo>
                <a:lnTo>
                  <a:pt x="9321" y="572706"/>
                </a:lnTo>
                <a:lnTo>
                  <a:pt x="0" y="619429"/>
                </a:lnTo>
                <a:lnTo>
                  <a:pt x="6527" y="667880"/>
                </a:lnTo>
                <a:lnTo>
                  <a:pt x="29108" y="708977"/>
                </a:lnTo>
                <a:lnTo>
                  <a:pt x="63817" y="741095"/>
                </a:lnTo>
                <a:lnTo>
                  <a:pt x="106718" y="762571"/>
                </a:lnTo>
                <a:lnTo>
                  <a:pt x="153873" y="771804"/>
                </a:lnTo>
                <a:lnTo>
                  <a:pt x="200964" y="765924"/>
                </a:lnTo>
                <a:lnTo>
                  <a:pt x="241236" y="745261"/>
                </a:lnTo>
                <a:lnTo>
                  <a:pt x="273265" y="713244"/>
                </a:lnTo>
                <a:lnTo>
                  <a:pt x="277837" y="705053"/>
                </a:lnTo>
                <a:lnTo>
                  <a:pt x="295605" y="673315"/>
                </a:lnTo>
                <a:lnTo>
                  <a:pt x="306806" y="628929"/>
                </a:lnTo>
                <a:lnTo>
                  <a:pt x="307505" y="626021"/>
                </a:lnTo>
                <a:lnTo>
                  <a:pt x="307949" y="622960"/>
                </a:lnTo>
                <a:lnTo>
                  <a:pt x="307746" y="619404"/>
                </a:lnTo>
                <a:lnTo>
                  <a:pt x="307949" y="615975"/>
                </a:lnTo>
                <a:lnTo>
                  <a:pt x="307517" y="612940"/>
                </a:lnTo>
                <a:lnTo>
                  <a:pt x="306844" y="610082"/>
                </a:lnTo>
                <a:lnTo>
                  <a:pt x="304292" y="593280"/>
                </a:lnTo>
                <a:lnTo>
                  <a:pt x="300266" y="577240"/>
                </a:lnTo>
                <a:lnTo>
                  <a:pt x="294805" y="562038"/>
                </a:lnTo>
                <a:lnTo>
                  <a:pt x="287947" y="547738"/>
                </a:lnTo>
                <a:lnTo>
                  <a:pt x="303745" y="533933"/>
                </a:lnTo>
                <a:lnTo>
                  <a:pt x="343281" y="499389"/>
                </a:lnTo>
                <a:lnTo>
                  <a:pt x="638225" y="241388"/>
                </a:lnTo>
                <a:lnTo>
                  <a:pt x="638467" y="241719"/>
                </a:lnTo>
                <a:lnTo>
                  <a:pt x="664502" y="268109"/>
                </a:lnTo>
                <a:lnTo>
                  <a:pt x="696125" y="287959"/>
                </a:lnTo>
                <a:lnTo>
                  <a:pt x="731697" y="300228"/>
                </a:lnTo>
                <a:lnTo>
                  <a:pt x="769607" y="303796"/>
                </a:lnTo>
                <a:lnTo>
                  <a:pt x="808126" y="297357"/>
                </a:lnTo>
                <a:lnTo>
                  <a:pt x="871639" y="257873"/>
                </a:lnTo>
                <a:lnTo>
                  <a:pt x="902335" y="212458"/>
                </a:lnTo>
                <a:lnTo>
                  <a:pt x="915200" y="161417"/>
                </a:lnTo>
                <a:lnTo>
                  <a:pt x="915543" y="154279"/>
                </a:lnTo>
                <a:lnTo>
                  <a:pt x="915555" y="147104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9105886" y="5377232"/>
            <a:ext cx="304165" cy="300355"/>
          </a:xfrm>
          <a:custGeom>
            <a:avLst/>
            <a:gdLst/>
            <a:ahLst/>
            <a:cxnLst/>
            <a:rect l="l" t="t" r="r" b="b"/>
            <a:pathLst>
              <a:path w="304165" h="300354">
                <a:moveTo>
                  <a:pt x="168588" y="0"/>
                </a:moveTo>
                <a:lnTo>
                  <a:pt x="122087" y="2009"/>
                </a:lnTo>
                <a:lnTo>
                  <a:pt x="76253" y="18067"/>
                </a:lnTo>
                <a:lnTo>
                  <a:pt x="42414" y="42975"/>
                </a:lnTo>
                <a:lnTo>
                  <a:pt x="15384" y="81236"/>
                </a:lnTo>
                <a:lnTo>
                  <a:pt x="0" y="142141"/>
                </a:lnTo>
                <a:lnTo>
                  <a:pt x="1302" y="172117"/>
                </a:lnTo>
                <a:lnTo>
                  <a:pt x="20729" y="229174"/>
                </a:lnTo>
                <a:lnTo>
                  <a:pt x="50425" y="265136"/>
                </a:lnTo>
                <a:lnTo>
                  <a:pt x="88590" y="288817"/>
                </a:lnTo>
                <a:lnTo>
                  <a:pt x="132015" y="300241"/>
                </a:lnTo>
                <a:lnTo>
                  <a:pt x="177490" y="299433"/>
                </a:lnTo>
                <a:lnTo>
                  <a:pt x="221806" y="286416"/>
                </a:lnTo>
                <a:lnTo>
                  <a:pt x="260221" y="260595"/>
                </a:lnTo>
                <a:lnTo>
                  <a:pt x="276692" y="238593"/>
                </a:lnTo>
                <a:lnTo>
                  <a:pt x="164600" y="238593"/>
                </a:lnTo>
                <a:lnTo>
                  <a:pt x="132710" y="236774"/>
                </a:lnTo>
                <a:lnTo>
                  <a:pt x="103231" y="224233"/>
                </a:lnTo>
                <a:lnTo>
                  <a:pt x="79876" y="202366"/>
                </a:lnTo>
                <a:lnTo>
                  <a:pt x="65208" y="169764"/>
                </a:lnTo>
                <a:lnTo>
                  <a:pt x="64742" y="135201"/>
                </a:lnTo>
                <a:lnTo>
                  <a:pt x="77436" y="102899"/>
                </a:lnTo>
                <a:lnTo>
                  <a:pt x="102247" y="77078"/>
                </a:lnTo>
                <a:lnTo>
                  <a:pt x="137622" y="62782"/>
                </a:lnTo>
                <a:lnTo>
                  <a:pt x="276261" y="62782"/>
                </a:lnTo>
                <a:lnTo>
                  <a:pt x="252349" y="35464"/>
                </a:lnTo>
                <a:lnTo>
                  <a:pt x="212946" y="11373"/>
                </a:lnTo>
                <a:lnTo>
                  <a:pt x="168588" y="0"/>
                </a:lnTo>
                <a:close/>
              </a:path>
              <a:path w="304165" h="300354">
                <a:moveTo>
                  <a:pt x="276261" y="62782"/>
                </a:moveTo>
                <a:lnTo>
                  <a:pt x="137622" y="62782"/>
                </a:lnTo>
                <a:lnTo>
                  <a:pt x="173901" y="64838"/>
                </a:lnTo>
                <a:lnTo>
                  <a:pt x="206697" y="81022"/>
                </a:lnTo>
                <a:lnTo>
                  <a:pt x="231622" y="109109"/>
                </a:lnTo>
                <a:lnTo>
                  <a:pt x="241272" y="142896"/>
                </a:lnTo>
                <a:lnTo>
                  <a:pt x="237573" y="175992"/>
                </a:lnTo>
                <a:lnTo>
                  <a:pt x="221788" y="205443"/>
                </a:lnTo>
                <a:lnTo>
                  <a:pt x="195181" y="228294"/>
                </a:lnTo>
                <a:lnTo>
                  <a:pt x="164600" y="238593"/>
                </a:lnTo>
                <a:lnTo>
                  <a:pt x="276692" y="238593"/>
                </a:lnTo>
                <a:lnTo>
                  <a:pt x="286778" y="225120"/>
                </a:lnTo>
                <a:lnTo>
                  <a:pt x="301440" y="183403"/>
                </a:lnTo>
                <a:lnTo>
                  <a:pt x="304167" y="138858"/>
                </a:lnTo>
                <a:lnTo>
                  <a:pt x="302492" y="124355"/>
                </a:lnTo>
                <a:lnTo>
                  <a:pt x="289169" y="80578"/>
                </a:lnTo>
                <a:lnTo>
                  <a:pt x="287273" y="76924"/>
                </a:lnTo>
                <a:lnTo>
                  <a:pt x="286304" y="75055"/>
                </a:lnTo>
                <a:lnTo>
                  <a:pt x="285251" y="73403"/>
                </a:lnTo>
                <a:lnTo>
                  <a:pt x="284072" y="71784"/>
                </a:lnTo>
                <a:lnTo>
                  <a:pt x="283987" y="71609"/>
                </a:lnTo>
                <a:lnTo>
                  <a:pt x="276261" y="62782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9691554" y="4921631"/>
            <a:ext cx="307975" cy="304165"/>
          </a:xfrm>
          <a:custGeom>
            <a:avLst/>
            <a:gdLst/>
            <a:ahLst/>
            <a:cxnLst/>
            <a:rect l="l" t="t" r="r" b="b"/>
            <a:pathLst>
              <a:path w="307975" h="304164">
                <a:moveTo>
                  <a:pt x="151872" y="0"/>
                </a:moveTo>
                <a:lnTo>
                  <a:pt x="102564" y="9565"/>
                </a:lnTo>
                <a:lnTo>
                  <a:pt x="63175" y="30446"/>
                </a:lnTo>
                <a:lnTo>
                  <a:pt x="31873" y="61237"/>
                </a:lnTo>
                <a:lnTo>
                  <a:pt x="10274" y="100199"/>
                </a:lnTo>
                <a:lnTo>
                  <a:pt x="0" y="145596"/>
                </a:lnTo>
                <a:lnTo>
                  <a:pt x="319" y="171353"/>
                </a:lnTo>
                <a:lnTo>
                  <a:pt x="14656" y="218706"/>
                </a:lnTo>
                <a:lnTo>
                  <a:pt x="37962" y="252067"/>
                </a:lnTo>
                <a:lnTo>
                  <a:pt x="75788" y="282474"/>
                </a:lnTo>
                <a:lnTo>
                  <a:pt x="119722" y="300272"/>
                </a:lnTo>
                <a:lnTo>
                  <a:pt x="143307" y="304081"/>
                </a:lnTo>
                <a:lnTo>
                  <a:pt x="167430" y="304081"/>
                </a:lnTo>
                <a:lnTo>
                  <a:pt x="213639" y="292667"/>
                </a:lnTo>
                <a:lnTo>
                  <a:pt x="252717" y="268421"/>
                </a:lnTo>
                <a:lnTo>
                  <a:pt x="277080" y="240463"/>
                </a:lnTo>
                <a:lnTo>
                  <a:pt x="165563" y="240463"/>
                </a:lnTo>
                <a:lnTo>
                  <a:pt x="125369" y="237708"/>
                </a:lnTo>
                <a:lnTo>
                  <a:pt x="92955" y="216794"/>
                </a:lnTo>
                <a:lnTo>
                  <a:pt x="71569" y="183997"/>
                </a:lnTo>
                <a:lnTo>
                  <a:pt x="64456" y="145596"/>
                </a:lnTo>
                <a:lnTo>
                  <a:pt x="72705" y="113319"/>
                </a:lnTo>
                <a:lnTo>
                  <a:pt x="92913" y="87691"/>
                </a:lnTo>
                <a:lnTo>
                  <a:pt x="121210" y="70574"/>
                </a:lnTo>
                <a:lnTo>
                  <a:pt x="153725" y="63828"/>
                </a:lnTo>
                <a:lnTo>
                  <a:pt x="278092" y="63828"/>
                </a:lnTo>
                <a:lnTo>
                  <a:pt x="276619" y="61225"/>
                </a:lnTo>
                <a:lnTo>
                  <a:pt x="244222" y="30428"/>
                </a:lnTo>
                <a:lnTo>
                  <a:pt x="204158" y="9565"/>
                </a:lnTo>
                <a:lnTo>
                  <a:pt x="159033" y="333"/>
                </a:lnTo>
                <a:lnTo>
                  <a:pt x="156169" y="41"/>
                </a:lnTo>
                <a:lnTo>
                  <a:pt x="153725" y="41"/>
                </a:lnTo>
                <a:lnTo>
                  <a:pt x="151872" y="0"/>
                </a:lnTo>
                <a:close/>
              </a:path>
              <a:path w="307975" h="304164">
                <a:moveTo>
                  <a:pt x="278092" y="63828"/>
                </a:moveTo>
                <a:lnTo>
                  <a:pt x="153725" y="63828"/>
                </a:lnTo>
                <a:lnTo>
                  <a:pt x="186702" y="70597"/>
                </a:lnTo>
                <a:lnTo>
                  <a:pt x="214279" y="87723"/>
                </a:lnTo>
                <a:lnTo>
                  <a:pt x="233887" y="113343"/>
                </a:lnTo>
                <a:lnTo>
                  <a:pt x="242953" y="145596"/>
                </a:lnTo>
                <a:lnTo>
                  <a:pt x="239048" y="179544"/>
                </a:lnTo>
                <a:lnTo>
                  <a:pt x="222994" y="207798"/>
                </a:lnTo>
                <a:lnTo>
                  <a:pt x="197573" y="228668"/>
                </a:lnTo>
                <a:lnTo>
                  <a:pt x="165563" y="240463"/>
                </a:lnTo>
                <a:lnTo>
                  <a:pt x="277080" y="240463"/>
                </a:lnTo>
                <a:lnTo>
                  <a:pt x="282683" y="234034"/>
                </a:lnTo>
                <a:lnTo>
                  <a:pt x="301569" y="192196"/>
                </a:lnTo>
                <a:lnTo>
                  <a:pt x="307409" y="145596"/>
                </a:lnTo>
                <a:lnTo>
                  <a:pt x="298580" y="100195"/>
                </a:lnTo>
                <a:lnTo>
                  <a:pt x="278092" y="63828"/>
                </a:lnTo>
                <a:close/>
              </a:path>
              <a:path w="307975" h="304164">
                <a:moveTo>
                  <a:pt x="155579" y="0"/>
                </a:moveTo>
                <a:lnTo>
                  <a:pt x="153725" y="41"/>
                </a:lnTo>
                <a:lnTo>
                  <a:pt x="156169" y="41"/>
                </a:lnTo>
                <a:lnTo>
                  <a:pt x="155579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583156" y="4920982"/>
            <a:ext cx="1710689" cy="1129665"/>
          </a:xfrm>
          <a:custGeom>
            <a:avLst/>
            <a:gdLst/>
            <a:ahLst/>
            <a:cxnLst/>
            <a:rect l="l" t="t" r="r" b="b"/>
            <a:pathLst>
              <a:path w="1710689" h="1129664">
                <a:moveTo>
                  <a:pt x="634784" y="502361"/>
                </a:moveTo>
                <a:lnTo>
                  <a:pt x="629704" y="487921"/>
                </a:lnTo>
                <a:lnTo>
                  <a:pt x="614451" y="481368"/>
                </a:lnTo>
                <a:lnTo>
                  <a:pt x="203073" y="481368"/>
                </a:lnTo>
                <a:lnTo>
                  <a:pt x="187820" y="487921"/>
                </a:lnTo>
                <a:lnTo>
                  <a:pt x="182727" y="502361"/>
                </a:lnTo>
                <a:lnTo>
                  <a:pt x="187820" y="516788"/>
                </a:lnTo>
                <a:lnTo>
                  <a:pt x="203073" y="523341"/>
                </a:lnTo>
                <a:lnTo>
                  <a:pt x="614451" y="523341"/>
                </a:lnTo>
                <a:lnTo>
                  <a:pt x="629704" y="516788"/>
                </a:lnTo>
                <a:lnTo>
                  <a:pt x="634784" y="502361"/>
                </a:lnTo>
                <a:close/>
              </a:path>
              <a:path w="1710689" h="1129664">
                <a:moveTo>
                  <a:pt x="1045972" y="360756"/>
                </a:moveTo>
                <a:lnTo>
                  <a:pt x="1040879" y="346329"/>
                </a:lnTo>
                <a:lnTo>
                  <a:pt x="1025626" y="339763"/>
                </a:lnTo>
                <a:lnTo>
                  <a:pt x="203073" y="339763"/>
                </a:lnTo>
                <a:lnTo>
                  <a:pt x="187820" y="346329"/>
                </a:lnTo>
                <a:lnTo>
                  <a:pt x="182727" y="360756"/>
                </a:lnTo>
                <a:lnTo>
                  <a:pt x="187820" y="375183"/>
                </a:lnTo>
                <a:lnTo>
                  <a:pt x="203073" y="381749"/>
                </a:lnTo>
                <a:lnTo>
                  <a:pt x="1025626" y="381749"/>
                </a:lnTo>
                <a:lnTo>
                  <a:pt x="1040879" y="375183"/>
                </a:lnTo>
                <a:lnTo>
                  <a:pt x="1045972" y="360756"/>
                </a:lnTo>
                <a:close/>
              </a:path>
              <a:path w="1710689" h="1129664">
                <a:moveTo>
                  <a:pt x="1045972" y="236308"/>
                </a:moveTo>
                <a:lnTo>
                  <a:pt x="1040879" y="221881"/>
                </a:lnTo>
                <a:lnTo>
                  <a:pt x="1025626" y="215328"/>
                </a:lnTo>
                <a:lnTo>
                  <a:pt x="203073" y="215328"/>
                </a:lnTo>
                <a:lnTo>
                  <a:pt x="187820" y="221881"/>
                </a:lnTo>
                <a:lnTo>
                  <a:pt x="182727" y="236308"/>
                </a:lnTo>
                <a:lnTo>
                  <a:pt x="187820" y="250748"/>
                </a:lnTo>
                <a:lnTo>
                  <a:pt x="203073" y="257302"/>
                </a:lnTo>
                <a:lnTo>
                  <a:pt x="1025626" y="257302"/>
                </a:lnTo>
                <a:lnTo>
                  <a:pt x="1040879" y="250748"/>
                </a:lnTo>
                <a:lnTo>
                  <a:pt x="1045972" y="236308"/>
                </a:lnTo>
                <a:close/>
              </a:path>
              <a:path w="1710689" h="1129664">
                <a:moveTo>
                  <a:pt x="1710067" y="376529"/>
                </a:moveTo>
                <a:lnTo>
                  <a:pt x="1655267" y="376529"/>
                </a:lnTo>
                <a:lnTo>
                  <a:pt x="1655267" y="431215"/>
                </a:lnTo>
                <a:lnTo>
                  <a:pt x="1655267" y="911059"/>
                </a:lnTo>
                <a:lnTo>
                  <a:pt x="1492643" y="911059"/>
                </a:lnTo>
                <a:lnTo>
                  <a:pt x="1403997" y="1033945"/>
                </a:lnTo>
                <a:lnTo>
                  <a:pt x="1320279" y="911059"/>
                </a:lnTo>
                <a:lnTo>
                  <a:pt x="772642" y="911059"/>
                </a:lnTo>
                <a:lnTo>
                  <a:pt x="772642" y="735012"/>
                </a:lnTo>
                <a:lnTo>
                  <a:pt x="1225969" y="735012"/>
                </a:lnTo>
                <a:lnTo>
                  <a:pt x="1225969" y="431215"/>
                </a:lnTo>
                <a:lnTo>
                  <a:pt x="1655267" y="431215"/>
                </a:lnTo>
                <a:lnTo>
                  <a:pt x="1655267" y="376529"/>
                </a:lnTo>
                <a:lnTo>
                  <a:pt x="1225969" y="376529"/>
                </a:lnTo>
                <a:lnTo>
                  <a:pt x="1225969" y="54724"/>
                </a:lnTo>
                <a:lnTo>
                  <a:pt x="1225969" y="0"/>
                </a:lnTo>
                <a:lnTo>
                  <a:pt x="1171194" y="0"/>
                </a:lnTo>
                <a:lnTo>
                  <a:pt x="1171194" y="54724"/>
                </a:lnTo>
                <a:lnTo>
                  <a:pt x="1171194" y="680326"/>
                </a:lnTo>
                <a:lnTo>
                  <a:pt x="482688" y="680326"/>
                </a:lnTo>
                <a:lnTo>
                  <a:pt x="375704" y="859447"/>
                </a:lnTo>
                <a:lnTo>
                  <a:pt x="262407" y="680326"/>
                </a:lnTo>
                <a:lnTo>
                  <a:pt x="54825" y="680326"/>
                </a:lnTo>
                <a:lnTo>
                  <a:pt x="54825" y="54724"/>
                </a:lnTo>
                <a:lnTo>
                  <a:pt x="1171194" y="54724"/>
                </a:lnTo>
                <a:lnTo>
                  <a:pt x="1171194" y="0"/>
                </a:lnTo>
                <a:lnTo>
                  <a:pt x="0" y="0"/>
                </a:lnTo>
                <a:lnTo>
                  <a:pt x="0" y="735012"/>
                </a:lnTo>
                <a:lnTo>
                  <a:pt x="232168" y="735012"/>
                </a:lnTo>
                <a:lnTo>
                  <a:pt x="377024" y="964057"/>
                </a:lnTo>
                <a:lnTo>
                  <a:pt x="439508" y="859447"/>
                </a:lnTo>
                <a:lnTo>
                  <a:pt x="513829" y="735012"/>
                </a:lnTo>
                <a:lnTo>
                  <a:pt x="717842" y="735012"/>
                </a:lnTo>
                <a:lnTo>
                  <a:pt x="717842" y="965746"/>
                </a:lnTo>
                <a:lnTo>
                  <a:pt x="1291272" y="965746"/>
                </a:lnTo>
                <a:lnTo>
                  <a:pt x="1402715" y="1129372"/>
                </a:lnTo>
                <a:lnTo>
                  <a:pt x="1520736" y="965746"/>
                </a:lnTo>
                <a:lnTo>
                  <a:pt x="1710067" y="965746"/>
                </a:lnTo>
                <a:lnTo>
                  <a:pt x="1710067" y="376529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791461" y="790448"/>
            <a:ext cx="6334760" cy="124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265" b="1">
                <a:solidFill>
                  <a:srgbClr val="010300"/>
                </a:solidFill>
                <a:latin typeface="Noto Sans CJK HK"/>
                <a:cs typeface="Noto Sans CJK HK"/>
              </a:rPr>
              <a:t>專勤隊的元素</a:t>
            </a:r>
            <a:endParaRPr sz="8000">
              <a:latin typeface="Noto Sans CJK HK"/>
              <a:cs typeface="Noto Sans CJK HK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791461" y="2413507"/>
            <a:ext cx="832040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145" b="1">
                <a:solidFill>
                  <a:srgbClr val="010300"/>
                </a:solidFill>
                <a:latin typeface="Noto Sans CJK HK"/>
                <a:cs typeface="Noto Sans CJK HK"/>
              </a:rPr>
              <a:t>創新的中高齡全方位生活規劃系統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283075" y="6345301"/>
            <a:ext cx="2849245" cy="1123315"/>
            <a:chOff x="4283075" y="6345301"/>
            <a:chExt cx="2849245" cy="1123315"/>
          </a:xfrm>
        </p:grpSpPr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9983" y="6345301"/>
              <a:ext cx="2034920" cy="58978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83075" y="6878396"/>
              <a:ext cx="2848736" cy="590092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7737093" y="6345301"/>
            <a:ext cx="2848610" cy="1657350"/>
            <a:chOff x="7737093" y="6345301"/>
            <a:chExt cx="2848610" cy="1657350"/>
          </a:xfrm>
        </p:grpSpPr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37093" y="6345301"/>
              <a:ext cx="2848355" cy="58978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37093" y="6878396"/>
              <a:ext cx="2848355" cy="590092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50909" y="7412482"/>
              <a:ext cx="1220724" cy="589788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11355069" y="6345301"/>
            <a:ext cx="2848610" cy="1657350"/>
            <a:chOff x="11355069" y="6345301"/>
            <a:chExt cx="2848610" cy="1657350"/>
          </a:xfrm>
        </p:grpSpPr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55069" y="6345301"/>
              <a:ext cx="2848356" cy="58978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55069" y="6878396"/>
              <a:ext cx="2848356" cy="590092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761977" y="7412482"/>
              <a:ext cx="2034539" cy="589788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14631035" y="6345301"/>
            <a:ext cx="2849245" cy="1123315"/>
            <a:chOff x="14631035" y="6345301"/>
            <a:chExt cx="2849245" cy="1123315"/>
          </a:xfrm>
        </p:grpSpPr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631035" y="6345301"/>
              <a:ext cx="2848736" cy="589788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631035" y="6878396"/>
              <a:ext cx="2848736" cy="590092"/>
            </a:xfrm>
            <a:prstGeom prst="rect">
              <a:avLst/>
            </a:prstGeom>
          </p:spPr>
        </p:pic>
      </p:grpSp>
      <p:grpSp>
        <p:nvGrpSpPr>
          <p:cNvPr id="36" name="object 36" descr=""/>
          <p:cNvGrpSpPr/>
          <p:nvPr/>
        </p:nvGrpSpPr>
        <p:grpSpPr>
          <a:xfrm>
            <a:off x="0" y="6345301"/>
            <a:ext cx="3861435" cy="3942079"/>
            <a:chOff x="0" y="6345301"/>
            <a:chExt cx="3861435" cy="3942079"/>
          </a:xfrm>
        </p:grpSpPr>
        <p:pic>
          <p:nvPicPr>
            <p:cNvPr id="37" name="object 3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19097" y="6345301"/>
              <a:ext cx="2441829" cy="589788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19097" y="6878396"/>
              <a:ext cx="2441829" cy="590092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19097" y="7412482"/>
              <a:ext cx="2441829" cy="589788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0" y="7624572"/>
              <a:ext cx="2833115" cy="26624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5576316" cy="82296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6440423" y="1028700"/>
            <a:ext cx="210820" cy="8229600"/>
          </a:xfrm>
          <a:custGeom>
            <a:avLst/>
            <a:gdLst/>
            <a:ahLst/>
            <a:cxnLst/>
            <a:rect l="l" t="t" r="r" b="b"/>
            <a:pathLst>
              <a:path w="210820" h="8229600">
                <a:moveTo>
                  <a:pt x="210311" y="0"/>
                </a:moveTo>
                <a:lnTo>
                  <a:pt x="0" y="0"/>
                </a:lnTo>
                <a:lnTo>
                  <a:pt x="0" y="8229600"/>
                </a:lnTo>
                <a:lnTo>
                  <a:pt x="210311" y="8229600"/>
                </a:lnTo>
                <a:lnTo>
                  <a:pt x="210311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003012" y="0"/>
            <a:ext cx="285115" cy="10287000"/>
          </a:xfrm>
          <a:custGeom>
            <a:avLst/>
            <a:gdLst/>
            <a:ahLst/>
            <a:cxnLst/>
            <a:rect l="l" t="t" r="r" b="b"/>
            <a:pathLst>
              <a:path w="285115" h="10287000">
                <a:moveTo>
                  <a:pt x="0" y="0"/>
                </a:moveTo>
                <a:lnTo>
                  <a:pt x="0" y="10286996"/>
                </a:lnTo>
                <a:lnTo>
                  <a:pt x="284988" y="10286996"/>
                </a:lnTo>
                <a:lnTo>
                  <a:pt x="2849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265"/>
              <a:t>創新社區照護政策</a:t>
            </a:r>
            <a:endParaRPr sz="8000"/>
          </a:p>
        </p:txBody>
      </p:sp>
      <p:sp>
        <p:nvSpPr>
          <p:cNvPr id="7" name="object 7" descr=""/>
          <p:cNvSpPr txBox="1"/>
          <p:nvPr/>
        </p:nvSpPr>
        <p:spPr>
          <a:xfrm>
            <a:off x="7505192" y="2605615"/>
            <a:ext cx="7767955" cy="21196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95"/>
              </a:spcBef>
            </a:pPr>
            <a:r>
              <a:rPr dirty="0" sz="4200" spc="145" b="1">
                <a:solidFill>
                  <a:srgbClr val="F3F5F8"/>
                </a:solidFill>
                <a:latin typeface="Noto Sans CJK HK"/>
                <a:cs typeface="Noto Sans CJK HK"/>
              </a:rPr>
              <a:t>經費的來源不只是個人與政府</a:t>
            </a:r>
            <a:r>
              <a:rPr dirty="0" sz="4200" spc="105" b="1">
                <a:solidFill>
                  <a:srgbClr val="F3F5F8"/>
                </a:solidFill>
                <a:latin typeface="Noto Sans CJK HK"/>
                <a:cs typeface="Noto Sans CJK HK"/>
              </a:rPr>
              <a:t> </a:t>
            </a:r>
            <a:r>
              <a:rPr dirty="0" sz="4200" spc="140" b="1">
                <a:solidFill>
                  <a:srgbClr val="F3F5F8"/>
                </a:solidFill>
                <a:latin typeface="Noto Sans CJK HK"/>
                <a:cs typeface="Noto Sans CJK HK"/>
              </a:rPr>
              <a:t>社區的產業形成產業獲利的挹注</a:t>
            </a:r>
            <a:r>
              <a:rPr dirty="0" sz="4200" spc="150" b="1">
                <a:solidFill>
                  <a:srgbClr val="F3F5F8"/>
                </a:solidFill>
                <a:latin typeface="Noto Sans CJK HK"/>
                <a:cs typeface="Noto Sans CJK HK"/>
              </a:rPr>
              <a:t>更可以是強而有力的後盾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517892" y="5157165"/>
            <a:ext cx="7816215" cy="3486785"/>
            <a:chOff x="7517892" y="5157165"/>
            <a:chExt cx="7816215" cy="348678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17892" y="5157165"/>
              <a:ext cx="7815834" cy="2990773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17892" y="8129904"/>
              <a:ext cx="2840736" cy="513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699375" y="769111"/>
            <a:ext cx="3180080" cy="124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254" b="1">
                <a:solidFill>
                  <a:srgbClr val="FFDB15"/>
                </a:solidFill>
                <a:latin typeface="Noto Sans CJK HK"/>
                <a:cs typeface="Noto Sans CJK HK"/>
              </a:rPr>
              <a:t>關鍵點</a:t>
            </a:r>
            <a:endParaRPr sz="8000">
              <a:latin typeface="Noto Sans CJK HK"/>
              <a:cs typeface="Noto Sans CJK HK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7731506" y="2102230"/>
            <a:ext cx="8001634" cy="2402840"/>
            <a:chOff x="7731506" y="2102230"/>
            <a:chExt cx="8001634" cy="240284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1506" y="2102230"/>
              <a:ext cx="5334381" cy="77266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31506" y="2777997"/>
              <a:ext cx="8001634" cy="55168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31506" y="3309873"/>
              <a:ext cx="1905000" cy="55168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31506" y="3732022"/>
              <a:ext cx="7468234" cy="772667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7731506" y="4693284"/>
            <a:ext cx="8001634" cy="2686050"/>
            <a:chOff x="7731506" y="4693284"/>
            <a:chExt cx="8001634" cy="2686050"/>
          </a:xfrm>
        </p:grpSpPr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31506" y="4693284"/>
              <a:ext cx="8001634" cy="215226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31506" y="6827265"/>
              <a:ext cx="4191380" cy="551687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31506" y="7468489"/>
            <a:ext cx="6934581" cy="772668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7731506" y="8361248"/>
            <a:ext cx="9144635" cy="1619250"/>
            <a:chOff x="7731506" y="8361248"/>
            <a:chExt cx="9144635" cy="1619250"/>
          </a:xfrm>
        </p:grpSpPr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31506" y="8361248"/>
              <a:ext cx="9144635" cy="108572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31506" y="9428683"/>
              <a:ext cx="4191380" cy="5516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5108936" cy="30099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606014" y="450760"/>
            <a:ext cx="2100580" cy="3060700"/>
          </a:xfrm>
          <a:custGeom>
            <a:avLst/>
            <a:gdLst/>
            <a:ahLst/>
            <a:cxnLst/>
            <a:rect l="l" t="t" r="r" b="b"/>
            <a:pathLst>
              <a:path w="2100580" h="3060700">
                <a:moveTo>
                  <a:pt x="1793633" y="808507"/>
                </a:moveTo>
                <a:lnTo>
                  <a:pt x="1756752" y="706983"/>
                </a:lnTo>
                <a:lnTo>
                  <a:pt x="1722145" y="648157"/>
                </a:lnTo>
                <a:lnTo>
                  <a:pt x="1683778" y="594893"/>
                </a:lnTo>
                <a:lnTo>
                  <a:pt x="1642529" y="546976"/>
                </a:lnTo>
                <a:lnTo>
                  <a:pt x="1599260" y="504177"/>
                </a:lnTo>
                <a:lnTo>
                  <a:pt x="1554886" y="466255"/>
                </a:lnTo>
                <a:lnTo>
                  <a:pt x="1510258" y="432968"/>
                </a:lnTo>
                <a:lnTo>
                  <a:pt x="1466265" y="404101"/>
                </a:lnTo>
                <a:lnTo>
                  <a:pt x="1423809" y="379399"/>
                </a:lnTo>
                <a:lnTo>
                  <a:pt x="1383741" y="358648"/>
                </a:lnTo>
                <a:lnTo>
                  <a:pt x="1346962" y="341604"/>
                </a:lnTo>
                <a:lnTo>
                  <a:pt x="1265110" y="310426"/>
                </a:lnTo>
                <a:lnTo>
                  <a:pt x="1205661" y="301840"/>
                </a:lnTo>
                <a:lnTo>
                  <a:pt x="1171524" y="313893"/>
                </a:lnTo>
                <a:lnTo>
                  <a:pt x="1144384" y="337870"/>
                </a:lnTo>
                <a:lnTo>
                  <a:pt x="1127963" y="371627"/>
                </a:lnTo>
                <a:lnTo>
                  <a:pt x="1125918" y="409092"/>
                </a:lnTo>
                <a:lnTo>
                  <a:pt x="1137920" y="443242"/>
                </a:lnTo>
                <a:lnTo>
                  <a:pt x="1161808" y="470382"/>
                </a:lnTo>
                <a:lnTo>
                  <a:pt x="1195463" y="486816"/>
                </a:lnTo>
                <a:lnTo>
                  <a:pt x="1219746" y="494626"/>
                </a:lnTo>
                <a:lnTo>
                  <a:pt x="1246403" y="504621"/>
                </a:lnTo>
                <a:lnTo>
                  <a:pt x="1320101" y="538632"/>
                </a:lnTo>
                <a:lnTo>
                  <a:pt x="1363713" y="563359"/>
                </a:lnTo>
                <a:lnTo>
                  <a:pt x="1409560" y="593725"/>
                </a:lnTo>
                <a:lnTo>
                  <a:pt x="1455902" y="630072"/>
                </a:lnTo>
                <a:lnTo>
                  <a:pt x="1501038" y="672782"/>
                </a:lnTo>
                <a:lnTo>
                  <a:pt x="1543227" y="722210"/>
                </a:lnTo>
                <a:lnTo>
                  <a:pt x="1580781" y="778700"/>
                </a:lnTo>
                <a:lnTo>
                  <a:pt x="1611960" y="842645"/>
                </a:lnTo>
                <a:lnTo>
                  <a:pt x="1626628" y="867359"/>
                </a:lnTo>
                <a:lnTo>
                  <a:pt x="1647253" y="885926"/>
                </a:lnTo>
                <a:lnTo>
                  <a:pt x="1672069" y="897623"/>
                </a:lnTo>
                <a:lnTo>
                  <a:pt x="1699361" y="901687"/>
                </a:lnTo>
                <a:lnTo>
                  <a:pt x="1717128" y="899960"/>
                </a:lnTo>
                <a:lnTo>
                  <a:pt x="1734731" y="894702"/>
                </a:lnTo>
                <a:lnTo>
                  <a:pt x="1765973" y="874001"/>
                </a:lnTo>
                <a:lnTo>
                  <a:pt x="1786153" y="843953"/>
                </a:lnTo>
                <a:lnTo>
                  <a:pt x="1793633" y="808507"/>
                </a:lnTo>
                <a:close/>
              </a:path>
              <a:path w="2100580" h="3060700">
                <a:moveTo>
                  <a:pt x="2100300" y="1028700"/>
                </a:moveTo>
                <a:lnTo>
                  <a:pt x="2099208" y="977900"/>
                </a:lnTo>
                <a:lnTo>
                  <a:pt x="2095995" y="939800"/>
                </a:lnTo>
                <a:lnTo>
                  <a:pt x="2090686" y="889000"/>
                </a:lnTo>
                <a:lnTo>
                  <a:pt x="2083346" y="850900"/>
                </a:lnTo>
                <a:lnTo>
                  <a:pt x="2074011" y="800100"/>
                </a:lnTo>
                <a:lnTo>
                  <a:pt x="2062721" y="762000"/>
                </a:lnTo>
                <a:lnTo>
                  <a:pt x="2049526" y="711200"/>
                </a:lnTo>
                <a:lnTo>
                  <a:pt x="2034489" y="673100"/>
                </a:lnTo>
                <a:lnTo>
                  <a:pt x="2017636" y="635000"/>
                </a:lnTo>
                <a:lnTo>
                  <a:pt x="1999030" y="596900"/>
                </a:lnTo>
                <a:lnTo>
                  <a:pt x="1978698" y="546100"/>
                </a:lnTo>
                <a:lnTo>
                  <a:pt x="1956714" y="508000"/>
                </a:lnTo>
                <a:lnTo>
                  <a:pt x="1933105" y="469900"/>
                </a:lnTo>
                <a:lnTo>
                  <a:pt x="1911692" y="448322"/>
                </a:lnTo>
                <a:lnTo>
                  <a:pt x="1911692" y="1028700"/>
                </a:lnTo>
                <a:lnTo>
                  <a:pt x="1909737" y="1079500"/>
                </a:lnTo>
                <a:lnTo>
                  <a:pt x="1904034" y="1130300"/>
                </a:lnTo>
                <a:lnTo>
                  <a:pt x="1894890" y="1181100"/>
                </a:lnTo>
                <a:lnTo>
                  <a:pt x="1882559" y="1219200"/>
                </a:lnTo>
                <a:lnTo>
                  <a:pt x="1867357" y="1270000"/>
                </a:lnTo>
                <a:lnTo>
                  <a:pt x="1849526" y="1308100"/>
                </a:lnTo>
                <a:lnTo>
                  <a:pt x="1829384" y="1358900"/>
                </a:lnTo>
                <a:lnTo>
                  <a:pt x="1807184" y="1397000"/>
                </a:lnTo>
                <a:lnTo>
                  <a:pt x="1783232" y="1435100"/>
                </a:lnTo>
                <a:lnTo>
                  <a:pt x="1757794" y="1473200"/>
                </a:lnTo>
                <a:lnTo>
                  <a:pt x="1731162" y="1524000"/>
                </a:lnTo>
                <a:lnTo>
                  <a:pt x="1679460" y="1600200"/>
                </a:lnTo>
                <a:lnTo>
                  <a:pt x="1630680" y="1676400"/>
                </a:lnTo>
                <a:lnTo>
                  <a:pt x="1606562" y="1714500"/>
                </a:lnTo>
                <a:lnTo>
                  <a:pt x="1583004" y="1752600"/>
                </a:lnTo>
                <a:lnTo>
                  <a:pt x="1560233" y="1803400"/>
                </a:lnTo>
                <a:lnTo>
                  <a:pt x="1538541" y="1841500"/>
                </a:lnTo>
                <a:lnTo>
                  <a:pt x="1518170" y="1892300"/>
                </a:lnTo>
                <a:lnTo>
                  <a:pt x="1499400" y="1943100"/>
                </a:lnTo>
                <a:lnTo>
                  <a:pt x="1482483" y="1993900"/>
                </a:lnTo>
                <a:lnTo>
                  <a:pt x="1467688" y="2044700"/>
                </a:lnTo>
                <a:lnTo>
                  <a:pt x="1441754" y="2044700"/>
                </a:lnTo>
                <a:lnTo>
                  <a:pt x="1441754" y="2222500"/>
                </a:lnTo>
                <a:lnTo>
                  <a:pt x="1440573" y="2247900"/>
                </a:lnTo>
                <a:lnTo>
                  <a:pt x="1439405" y="2260600"/>
                </a:lnTo>
                <a:lnTo>
                  <a:pt x="1438287" y="2286000"/>
                </a:lnTo>
                <a:lnTo>
                  <a:pt x="1437246" y="2298700"/>
                </a:lnTo>
                <a:lnTo>
                  <a:pt x="1050150" y="2298700"/>
                </a:lnTo>
                <a:lnTo>
                  <a:pt x="1013447" y="2311400"/>
                </a:lnTo>
                <a:lnTo>
                  <a:pt x="983475" y="2324100"/>
                </a:lnTo>
                <a:lnTo>
                  <a:pt x="963282" y="2362200"/>
                </a:lnTo>
                <a:lnTo>
                  <a:pt x="955878" y="2387600"/>
                </a:lnTo>
                <a:lnTo>
                  <a:pt x="963282" y="2425700"/>
                </a:lnTo>
                <a:lnTo>
                  <a:pt x="983475" y="2463800"/>
                </a:lnTo>
                <a:lnTo>
                  <a:pt x="1013447" y="2476500"/>
                </a:lnTo>
                <a:lnTo>
                  <a:pt x="1050150" y="2489200"/>
                </a:lnTo>
                <a:lnTo>
                  <a:pt x="1433791" y="2489200"/>
                </a:lnTo>
                <a:lnTo>
                  <a:pt x="1432636" y="2514600"/>
                </a:lnTo>
                <a:lnTo>
                  <a:pt x="1429245" y="2540000"/>
                </a:lnTo>
                <a:lnTo>
                  <a:pt x="1423657" y="2552700"/>
                </a:lnTo>
                <a:lnTo>
                  <a:pt x="1415973" y="2578100"/>
                </a:lnTo>
                <a:lnTo>
                  <a:pt x="1246454" y="2578100"/>
                </a:lnTo>
                <a:lnTo>
                  <a:pt x="1246454" y="2768600"/>
                </a:lnTo>
                <a:lnTo>
                  <a:pt x="1195565" y="2819400"/>
                </a:lnTo>
                <a:lnTo>
                  <a:pt x="1158417" y="2844800"/>
                </a:lnTo>
                <a:lnTo>
                  <a:pt x="1116876" y="2870200"/>
                </a:lnTo>
                <a:lnTo>
                  <a:pt x="1072705" y="2882900"/>
                </a:lnTo>
                <a:lnTo>
                  <a:pt x="1027645" y="2882900"/>
                </a:lnTo>
                <a:lnTo>
                  <a:pt x="983475" y="2870200"/>
                </a:lnTo>
                <a:lnTo>
                  <a:pt x="941933" y="2844800"/>
                </a:lnTo>
                <a:lnTo>
                  <a:pt x="904786" y="2819400"/>
                </a:lnTo>
                <a:lnTo>
                  <a:pt x="853846" y="2768600"/>
                </a:lnTo>
                <a:lnTo>
                  <a:pt x="1246454" y="2768600"/>
                </a:lnTo>
                <a:lnTo>
                  <a:pt x="1246454" y="2578100"/>
                </a:lnTo>
                <a:lnTo>
                  <a:pt x="684377" y="2578100"/>
                </a:lnTo>
                <a:lnTo>
                  <a:pt x="676656" y="2552700"/>
                </a:lnTo>
                <a:lnTo>
                  <a:pt x="671068" y="2540000"/>
                </a:lnTo>
                <a:lnTo>
                  <a:pt x="667664" y="2514600"/>
                </a:lnTo>
                <a:lnTo>
                  <a:pt x="666508" y="2489200"/>
                </a:lnTo>
                <a:lnTo>
                  <a:pt x="666407" y="2298700"/>
                </a:lnTo>
                <a:lnTo>
                  <a:pt x="666318" y="2286000"/>
                </a:lnTo>
                <a:lnTo>
                  <a:pt x="665734" y="2273300"/>
                </a:lnTo>
                <a:lnTo>
                  <a:pt x="664768" y="2247900"/>
                </a:lnTo>
                <a:lnTo>
                  <a:pt x="663422" y="2222500"/>
                </a:lnTo>
                <a:lnTo>
                  <a:pt x="1441754" y="2222500"/>
                </a:lnTo>
                <a:lnTo>
                  <a:pt x="1441754" y="2044700"/>
                </a:lnTo>
                <a:lnTo>
                  <a:pt x="1334376" y="2044700"/>
                </a:lnTo>
                <a:lnTo>
                  <a:pt x="1333436" y="2032000"/>
                </a:lnTo>
                <a:lnTo>
                  <a:pt x="1290294" y="2019300"/>
                </a:lnTo>
                <a:lnTo>
                  <a:pt x="1250022" y="1993900"/>
                </a:lnTo>
                <a:lnTo>
                  <a:pt x="1212519" y="1968500"/>
                </a:lnTo>
                <a:lnTo>
                  <a:pt x="1177696" y="1943100"/>
                </a:lnTo>
                <a:lnTo>
                  <a:pt x="1227975" y="1879600"/>
                </a:lnTo>
                <a:lnTo>
                  <a:pt x="1269288" y="1816100"/>
                </a:lnTo>
                <a:lnTo>
                  <a:pt x="1302524" y="1752600"/>
                </a:lnTo>
                <a:lnTo>
                  <a:pt x="1328559" y="1689100"/>
                </a:lnTo>
                <a:lnTo>
                  <a:pt x="1348257" y="1625600"/>
                </a:lnTo>
                <a:lnTo>
                  <a:pt x="1362519" y="1574800"/>
                </a:lnTo>
                <a:lnTo>
                  <a:pt x="1372209" y="1536700"/>
                </a:lnTo>
                <a:lnTo>
                  <a:pt x="1378216" y="1498600"/>
                </a:lnTo>
                <a:lnTo>
                  <a:pt x="1382687" y="1447800"/>
                </a:lnTo>
                <a:lnTo>
                  <a:pt x="1382903" y="1435100"/>
                </a:lnTo>
                <a:lnTo>
                  <a:pt x="1379753" y="1384300"/>
                </a:lnTo>
                <a:lnTo>
                  <a:pt x="1370647" y="1346200"/>
                </a:lnTo>
                <a:lnTo>
                  <a:pt x="1356004" y="1308100"/>
                </a:lnTo>
                <a:lnTo>
                  <a:pt x="1336217" y="1270000"/>
                </a:lnTo>
                <a:lnTo>
                  <a:pt x="1311719" y="1231900"/>
                </a:lnTo>
                <a:lnTo>
                  <a:pt x="1282890" y="1193800"/>
                </a:lnTo>
                <a:lnTo>
                  <a:pt x="1250149" y="1168400"/>
                </a:lnTo>
                <a:lnTo>
                  <a:pt x="1213916" y="1143000"/>
                </a:lnTo>
                <a:lnTo>
                  <a:pt x="1194308" y="1130338"/>
                </a:lnTo>
                <a:lnTo>
                  <a:pt x="1194308" y="1435100"/>
                </a:lnTo>
                <a:lnTo>
                  <a:pt x="1186167" y="1498600"/>
                </a:lnTo>
                <a:lnTo>
                  <a:pt x="1169390" y="1574800"/>
                </a:lnTo>
                <a:lnTo>
                  <a:pt x="1138085" y="1651000"/>
                </a:lnTo>
                <a:lnTo>
                  <a:pt x="1116990" y="1689100"/>
                </a:lnTo>
                <a:lnTo>
                  <a:pt x="1093177" y="1739900"/>
                </a:lnTo>
                <a:lnTo>
                  <a:pt x="1066673" y="1778000"/>
                </a:lnTo>
                <a:lnTo>
                  <a:pt x="1037463" y="1816100"/>
                </a:lnTo>
                <a:lnTo>
                  <a:pt x="983945" y="1739900"/>
                </a:lnTo>
                <a:lnTo>
                  <a:pt x="944854" y="1676400"/>
                </a:lnTo>
                <a:lnTo>
                  <a:pt x="917981" y="1625600"/>
                </a:lnTo>
                <a:lnTo>
                  <a:pt x="901103" y="1562100"/>
                </a:lnTo>
                <a:lnTo>
                  <a:pt x="891984" y="1524000"/>
                </a:lnTo>
                <a:lnTo>
                  <a:pt x="888415" y="1485900"/>
                </a:lnTo>
                <a:lnTo>
                  <a:pt x="888174" y="1460500"/>
                </a:lnTo>
                <a:lnTo>
                  <a:pt x="889012" y="1447800"/>
                </a:lnTo>
                <a:lnTo>
                  <a:pt x="890003" y="1447800"/>
                </a:lnTo>
                <a:lnTo>
                  <a:pt x="890003" y="1435100"/>
                </a:lnTo>
                <a:lnTo>
                  <a:pt x="897775" y="1384300"/>
                </a:lnTo>
                <a:lnTo>
                  <a:pt x="919391" y="1346200"/>
                </a:lnTo>
                <a:lnTo>
                  <a:pt x="952334" y="1308100"/>
                </a:lnTo>
                <a:lnTo>
                  <a:pt x="994092" y="1295400"/>
                </a:lnTo>
                <a:lnTo>
                  <a:pt x="1042136" y="1282700"/>
                </a:lnTo>
                <a:lnTo>
                  <a:pt x="1090168" y="1295400"/>
                </a:lnTo>
                <a:lnTo>
                  <a:pt x="1131938" y="1308100"/>
                </a:lnTo>
                <a:lnTo>
                  <a:pt x="1164907" y="1346200"/>
                </a:lnTo>
                <a:lnTo>
                  <a:pt x="1186535" y="1384300"/>
                </a:lnTo>
                <a:lnTo>
                  <a:pt x="1194308" y="1435100"/>
                </a:lnTo>
                <a:lnTo>
                  <a:pt x="1194308" y="1130338"/>
                </a:lnTo>
                <a:lnTo>
                  <a:pt x="1174584" y="1117600"/>
                </a:lnTo>
                <a:lnTo>
                  <a:pt x="1132573" y="1104900"/>
                </a:lnTo>
                <a:lnTo>
                  <a:pt x="1088288" y="1104900"/>
                </a:lnTo>
                <a:lnTo>
                  <a:pt x="1042136" y="1092200"/>
                </a:lnTo>
                <a:lnTo>
                  <a:pt x="996429" y="1104900"/>
                </a:lnTo>
                <a:lnTo>
                  <a:pt x="952550" y="1104900"/>
                </a:lnTo>
                <a:lnTo>
                  <a:pt x="910894" y="1117600"/>
                </a:lnTo>
                <a:lnTo>
                  <a:pt x="871867" y="1143000"/>
                </a:lnTo>
                <a:lnTo>
                  <a:pt x="835837" y="1168400"/>
                </a:lnTo>
                <a:lnTo>
                  <a:pt x="803236" y="1193800"/>
                </a:lnTo>
                <a:lnTo>
                  <a:pt x="774433" y="1231900"/>
                </a:lnTo>
                <a:lnTo>
                  <a:pt x="749846" y="1257300"/>
                </a:lnTo>
                <a:lnTo>
                  <a:pt x="729856" y="1295400"/>
                </a:lnTo>
                <a:lnTo>
                  <a:pt x="714857" y="1346200"/>
                </a:lnTo>
                <a:lnTo>
                  <a:pt x="705269" y="1384300"/>
                </a:lnTo>
                <a:lnTo>
                  <a:pt x="701459" y="1435100"/>
                </a:lnTo>
                <a:lnTo>
                  <a:pt x="700303" y="1447800"/>
                </a:lnTo>
                <a:lnTo>
                  <a:pt x="700544" y="1498600"/>
                </a:lnTo>
                <a:lnTo>
                  <a:pt x="703541" y="1536700"/>
                </a:lnTo>
                <a:lnTo>
                  <a:pt x="709498" y="1574800"/>
                </a:lnTo>
                <a:lnTo>
                  <a:pt x="719226" y="1612900"/>
                </a:lnTo>
                <a:lnTo>
                  <a:pt x="733501" y="1663700"/>
                </a:lnTo>
                <a:lnTo>
                  <a:pt x="753110" y="1714500"/>
                </a:lnTo>
                <a:lnTo>
                  <a:pt x="778878" y="1765300"/>
                </a:lnTo>
                <a:lnTo>
                  <a:pt x="811568" y="1828800"/>
                </a:lnTo>
                <a:lnTo>
                  <a:pt x="851979" y="1879600"/>
                </a:lnTo>
                <a:lnTo>
                  <a:pt x="900912" y="1943100"/>
                </a:lnTo>
                <a:lnTo>
                  <a:pt x="866089" y="1968500"/>
                </a:lnTo>
                <a:lnTo>
                  <a:pt x="829462" y="1993900"/>
                </a:lnTo>
                <a:lnTo>
                  <a:pt x="791044" y="2019300"/>
                </a:lnTo>
                <a:lnTo>
                  <a:pt x="750824" y="2032000"/>
                </a:lnTo>
                <a:lnTo>
                  <a:pt x="749414" y="2032000"/>
                </a:lnTo>
                <a:lnTo>
                  <a:pt x="748106" y="2044700"/>
                </a:lnTo>
                <a:lnTo>
                  <a:pt x="632294" y="2044700"/>
                </a:lnTo>
                <a:lnTo>
                  <a:pt x="617575" y="1993900"/>
                </a:lnTo>
                <a:lnTo>
                  <a:pt x="600811" y="1943100"/>
                </a:lnTo>
                <a:lnTo>
                  <a:pt x="582231" y="1892300"/>
                </a:lnTo>
                <a:lnTo>
                  <a:pt x="562076" y="1841500"/>
                </a:lnTo>
                <a:lnTo>
                  <a:pt x="540626" y="1803400"/>
                </a:lnTo>
                <a:lnTo>
                  <a:pt x="518096" y="1765300"/>
                </a:lnTo>
                <a:lnTo>
                  <a:pt x="494741" y="1714500"/>
                </a:lnTo>
                <a:lnTo>
                  <a:pt x="470801" y="1676400"/>
                </a:lnTo>
                <a:lnTo>
                  <a:pt x="422198" y="1600200"/>
                </a:lnTo>
                <a:lnTo>
                  <a:pt x="370281" y="1524000"/>
                </a:lnTo>
                <a:lnTo>
                  <a:pt x="343484" y="1485900"/>
                </a:lnTo>
                <a:lnTo>
                  <a:pt x="317881" y="1435100"/>
                </a:lnTo>
                <a:lnTo>
                  <a:pt x="293776" y="1397000"/>
                </a:lnTo>
                <a:lnTo>
                  <a:pt x="271449" y="1358900"/>
                </a:lnTo>
                <a:lnTo>
                  <a:pt x="251167" y="1320800"/>
                </a:lnTo>
                <a:lnTo>
                  <a:pt x="233235" y="1270000"/>
                </a:lnTo>
                <a:lnTo>
                  <a:pt x="217932" y="1231900"/>
                </a:lnTo>
                <a:lnTo>
                  <a:pt x="205524" y="1181100"/>
                </a:lnTo>
                <a:lnTo>
                  <a:pt x="196316" y="1130300"/>
                </a:lnTo>
                <a:lnTo>
                  <a:pt x="190588" y="1079500"/>
                </a:lnTo>
                <a:lnTo>
                  <a:pt x="188607" y="1028700"/>
                </a:lnTo>
                <a:lnTo>
                  <a:pt x="189979" y="977900"/>
                </a:lnTo>
                <a:lnTo>
                  <a:pt x="194030" y="939800"/>
                </a:lnTo>
                <a:lnTo>
                  <a:pt x="200685" y="889000"/>
                </a:lnTo>
                <a:lnTo>
                  <a:pt x="209880" y="850900"/>
                </a:lnTo>
                <a:lnTo>
                  <a:pt x="221538" y="800100"/>
                </a:lnTo>
                <a:lnTo>
                  <a:pt x="235597" y="762000"/>
                </a:lnTo>
                <a:lnTo>
                  <a:pt x="251968" y="711200"/>
                </a:lnTo>
                <a:lnTo>
                  <a:pt x="270586" y="673100"/>
                </a:lnTo>
                <a:lnTo>
                  <a:pt x="291363" y="635000"/>
                </a:lnTo>
                <a:lnTo>
                  <a:pt x="314248" y="596900"/>
                </a:lnTo>
                <a:lnTo>
                  <a:pt x="339153" y="558800"/>
                </a:lnTo>
                <a:lnTo>
                  <a:pt x="366014" y="520700"/>
                </a:lnTo>
                <a:lnTo>
                  <a:pt x="394754" y="482600"/>
                </a:lnTo>
                <a:lnTo>
                  <a:pt x="425297" y="457200"/>
                </a:lnTo>
                <a:lnTo>
                  <a:pt x="457568" y="419100"/>
                </a:lnTo>
                <a:lnTo>
                  <a:pt x="491502" y="393700"/>
                </a:lnTo>
                <a:lnTo>
                  <a:pt x="527011" y="368300"/>
                </a:lnTo>
                <a:lnTo>
                  <a:pt x="564045" y="342900"/>
                </a:lnTo>
                <a:lnTo>
                  <a:pt x="602513" y="317500"/>
                </a:lnTo>
                <a:lnTo>
                  <a:pt x="642340" y="292100"/>
                </a:lnTo>
                <a:lnTo>
                  <a:pt x="683463" y="266700"/>
                </a:lnTo>
                <a:lnTo>
                  <a:pt x="769289" y="241300"/>
                </a:lnTo>
                <a:lnTo>
                  <a:pt x="905891" y="203200"/>
                </a:lnTo>
                <a:lnTo>
                  <a:pt x="953223" y="203200"/>
                </a:lnTo>
                <a:lnTo>
                  <a:pt x="1001331" y="190500"/>
                </a:lnTo>
                <a:lnTo>
                  <a:pt x="1098969" y="190500"/>
                </a:lnTo>
                <a:lnTo>
                  <a:pt x="1147076" y="203200"/>
                </a:lnTo>
                <a:lnTo>
                  <a:pt x="1194409" y="203200"/>
                </a:lnTo>
                <a:lnTo>
                  <a:pt x="1331010" y="241300"/>
                </a:lnTo>
                <a:lnTo>
                  <a:pt x="1416837" y="266700"/>
                </a:lnTo>
                <a:lnTo>
                  <a:pt x="1457960" y="292100"/>
                </a:lnTo>
                <a:lnTo>
                  <a:pt x="1497787" y="317500"/>
                </a:lnTo>
                <a:lnTo>
                  <a:pt x="1536255" y="342900"/>
                </a:lnTo>
                <a:lnTo>
                  <a:pt x="1573288" y="368300"/>
                </a:lnTo>
                <a:lnTo>
                  <a:pt x="1608797" y="393700"/>
                </a:lnTo>
                <a:lnTo>
                  <a:pt x="1642732" y="419100"/>
                </a:lnTo>
                <a:lnTo>
                  <a:pt x="1675003" y="457200"/>
                </a:lnTo>
                <a:lnTo>
                  <a:pt x="1705546" y="482600"/>
                </a:lnTo>
                <a:lnTo>
                  <a:pt x="1734286" y="520700"/>
                </a:lnTo>
                <a:lnTo>
                  <a:pt x="1761147" y="558800"/>
                </a:lnTo>
                <a:lnTo>
                  <a:pt x="1786051" y="596900"/>
                </a:lnTo>
                <a:lnTo>
                  <a:pt x="1808937" y="635000"/>
                </a:lnTo>
                <a:lnTo>
                  <a:pt x="1829727" y="673100"/>
                </a:lnTo>
                <a:lnTo>
                  <a:pt x="1848332" y="711200"/>
                </a:lnTo>
                <a:lnTo>
                  <a:pt x="1864702" y="762000"/>
                </a:lnTo>
                <a:lnTo>
                  <a:pt x="1878761" y="800100"/>
                </a:lnTo>
                <a:lnTo>
                  <a:pt x="1890420" y="850900"/>
                </a:lnTo>
                <a:lnTo>
                  <a:pt x="1899615" y="889000"/>
                </a:lnTo>
                <a:lnTo>
                  <a:pt x="1906282" y="939800"/>
                </a:lnTo>
                <a:lnTo>
                  <a:pt x="1910334" y="977900"/>
                </a:lnTo>
                <a:lnTo>
                  <a:pt x="1911692" y="1028700"/>
                </a:lnTo>
                <a:lnTo>
                  <a:pt x="1911692" y="448322"/>
                </a:lnTo>
                <a:lnTo>
                  <a:pt x="1907908" y="444500"/>
                </a:lnTo>
                <a:lnTo>
                  <a:pt x="1881200" y="406400"/>
                </a:lnTo>
                <a:lnTo>
                  <a:pt x="1853006" y="368300"/>
                </a:lnTo>
                <a:lnTo>
                  <a:pt x="1823377" y="330200"/>
                </a:lnTo>
                <a:lnTo>
                  <a:pt x="1792363" y="304800"/>
                </a:lnTo>
                <a:lnTo>
                  <a:pt x="1760004" y="279400"/>
                </a:lnTo>
                <a:lnTo>
                  <a:pt x="1726361" y="241300"/>
                </a:lnTo>
                <a:lnTo>
                  <a:pt x="1691462" y="215900"/>
                </a:lnTo>
                <a:lnTo>
                  <a:pt x="1655368" y="190500"/>
                </a:lnTo>
                <a:lnTo>
                  <a:pt x="1618119" y="165100"/>
                </a:lnTo>
                <a:lnTo>
                  <a:pt x="1579765" y="139700"/>
                </a:lnTo>
                <a:lnTo>
                  <a:pt x="1540344" y="127000"/>
                </a:lnTo>
                <a:lnTo>
                  <a:pt x="1499920" y="101600"/>
                </a:lnTo>
                <a:lnTo>
                  <a:pt x="1458518" y="88900"/>
                </a:lnTo>
                <a:lnTo>
                  <a:pt x="1416202" y="63500"/>
                </a:lnTo>
                <a:lnTo>
                  <a:pt x="1284198" y="25400"/>
                </a:lnTo>
                <a:lnTo>
                  <a:pt x="1238669" y="25400"/>
                </a:lnTo>
                <a:lnTo>
                  <a:pt x="1192453" y="12700"/>
                </a:lnTo>
                <a:lnTo>
                  <a:pt x="1145590" y="12700"/>
                </a:lnTo>
                <a:lnTo>
                  <a:pt x="1098143" y="0"/>
                </a:lnTo>
                <a:lnTo>
                  <a:pt x="1002157" y="0"/>
                </a:lnTo>
                <a:lnTo>
                  <a:pt x="954697" y="12700"/>
                </a:lnTo>
                <a:lnTo>
                  <a:pt x="907846" y="12700"/>
                </a:lnTo>
                <a:lnTo>
                  <a:pt x="861631" y="25400"/>
                </a:lnTo>
                <a:lnTo>
                  <a:pt x="816102" y="25400"/>
                </a:lnTo>
                <a:lnTo>
                  <a:pt x="684098" y="63500"/>
                </a:lnTo>
                <a:lnTo>
                  <a:pt x="641781" y="88900"/>
                </a:lnTo>
                <a:lnTo>
                  <a:pt x="600379" y="101600"/>
                </a:lnTo>
                <a:lnTo>
                  <a:pt x="559943" y="127000"/>
                </a:lnTo>
                <a:lnTo>
                  <a:pt x="520534" y="139700"/>
                </a:lnTo>
                <a:lnTo>
                  <a:pt x="482180" y="165100"/>
                </a:lnTo>
                <a:lnTo>
                  <a:pt x="444931" y="190500"/>
                </a:lnTo>
                <a:lnTo>
                  <a:pt x="408825" y="215900"/>
                </a:lnTo>
                <a:lnTo>
                  <a:pt x="373938" y="241300"/>
                </a:lnTo>
                <a:lnTo>
                  <a:pt x="340283" y="279400"/>
                </a:lnTo>
                <a:lnTo>
                  <a:pt x="307936" y="304800"/>
                </a:lnTo>
                <a:lnTo>
                  <a:pt x="276923" y="330200"/>
                </a:lnTo>
                <a:lnTo>
                  <a:pt x="247294" y="368300"/>
                </a:lnTo>
                <a:lnTo>
                  <a:pt x="219100" y="406400"/>
                </a:lnTo>
                <a:lnTo>
                  <a:pt x="192379" y="444500"/>
                </a:lnTo>
                <a:lnTo>
                  <a:pt x="167195" y="469900"/>
                </a:lnTo>
                <a:lnTo>
                  <a:pt x="143586" y="508000"/>
                </a:lnTo>
                <a:lnTo>
                  <a:pt x="121589" y="546100"/>
                </a:lnTo>
                <a:lnTo>
                  <a:pt x="101269" y="596900"/>
                </a:lnTo>
                <a:lnTo>
                  <a:pt x="82664" y="635000"/>
                </a:lnTo>
                <a:lnTo>
                  <a:pt x="65811" y="673100"/>
                </a:lnTo>
                <a:lnTo>
                  <a:pt x="50774" y="711200"/>
                </a:lnTo>
                <a:lnTo>
                  <a:pt x="37579" y="762000"/>
                </a:lnTo>
                <a:lnTo>
                  <a:pt x="26289" y="800100"/>
                </a:lnTo>
                <a:lnTo>
                  <a:pt x="16954" y="850900"/>
                </a:lnTo>
                <a:lnTo>
                  <a:pt x="9613" y="889000"/>
                </a:lnTo>
                <a:lnTo>
                  <a:pt x="4305" y="939800"/>
                </a:lnTo>
                <a:lnTo>
                  <a:pt x="1092" y="977900"/>
                </a:lnTo>
                <a:lnTo>
                  <a:pt x="0" y="1028700"/>
                </a:lnTo>
                <a:lnTo>
                  <a:pt x="1828" y="1092200"/>
                </a:lnTo>
                <a:lnTo>
                  <a:pt x="7112" y="1143000"/>
                </a:lnTo>
                <a:lnTo>
                  <a:pt x="15595" y="1193800"/>
                </a:lnTo>
                <a:lnTo>
                  <a:pt x="26987" y="1244600"/>
                </a:lnTo>
                <a:lnTo>
                  <a:pt x="41008" y="1295400"/>
                </a:lnTo>
                <a:lnTo>
                  <a:pt x="57391" y="1346200"/>
                </a:lnTo>
                <a:lnTo>
                  <a:pt x="75857" y="1384300"/>
                </a:lnTo>
                <a:lnTo>
                  <a:pt x="96139" y="1422400"/>
                </a:lnTo>
                <a:lnTo>
                  <a:pt x="117944" y="1473200"/>
                </a:lnTo>
                <a:lnTo>
                  <a:pt x="141020" y="1511300"/>
                </a:lnTo>
                <a:lnTo>
                  <a:pt x="165061" y="1549400"/>
                </a:lnTo>
                <a:lnTo>
                  <a:pt x="189814" y="1587500"/>
                </a:lnTo>
                <a:lnTo>
                  <a:pt x="214998" y="1625600"/>
                </a:lnTo>
                <a:lnTo>
                  <a:pt x="266369" y="1714500"/>
                </a:lnTo>
                <a:lnTo>
                  <a:pt x="291960" y="1752600"/>
                </a:lnTo>
                <a:lnTo>
                  <a:pt x="316877" y="1790700"/>
                </a:lnTo>
                <a:lnTo>
                  <a:pt x="340868" y="1828800"/>
                </a:lnTo>
                <a:lnTo>
                  <a:pt x="363702" y="1866900"/>
                </a:lnTo>
                <a:lnTo>
                  <a:pt x="385140" y="1917700"/>
                </a:lnTo>
                <a:lnTo>
                  <a:pt x="404952" y="1955800"/>
                </a:lnTo>
                <a:lnTo>
                  <a:pt x="422884" y="2006600"/>
                </a:lnTo>
                <a:lnTo>
                  <a:pt x="438721" y="2044700"/>
                </a:lnTo>
                <a:lnTo>
                  <a:pt x="452196" y="2095500"/>
                </a:lnTo>
                <a:lnTo>
                  <a:pt x="463105" y="2146300"/>
                </a:lnTo>
                <a:lnTo>
                  <a:pt x="471182" y="2197100"/>
                </a:lnTo>
                <a:lnTo>
                  <a:pt x="476199" y="2260600"/>
                </a:lnTo>
                <a:lnTo>
                  <a:pt x="477926" y="2311400"/>
                </a:lnTo>
                <a:lnTo>
                  <a:pt x="477926" y="2489200"/>
                </a:lnTo>
                <a:lnTo>
                  <a:pt x="481393" y="2552700"/>
                </a:lnTo>
                <a:lnTo>
                  <a:pt x="491629" y="2603500"/>
                </a:lnTo>
                <a:lnTo>
                  <a:pt x="508431" y="2641600"/>
                </a:lnTo>
                <a:lnTo>
                  <a:pt x="531583" y="2692400"/>
                </a:lnTo>
                <a:lnTo>
                  <a:pt x="560870" y="2730500"/>
                </a:lnTo>
                <a:lnTo>
                  <a:pt x="596087" y="2781300"/>
                </a:lnTo>
                <a:lnTo>
                  <a:pt x="811733" y="2984500"/>
                </a:lnTo>
                <a:lnTo>
                  <a:pt x="855383" y="3009900"/>
                </a:lnTo>
                <a:lnTo>
                  <a:pt x="901725" y="3035300"/>
                </a:lnTo>
                <a:lnTo>
                  <a:pt x="999769" y="3060700"/>
                </a:lnTo>
                <a:lnTo>
                  <a:pt x="1100505" y="3060700"/>
                </a:lnTo>
                <a:lnTo>
                  <a:pt x="1198549" y="3035300"/>
                </a:lnTo>
                <a:lnTo>
                  <a:pt x="1244904" y="3009900"/>
                </a:lnTo>
                <a:lnTo>
                  <a:pt x="1288567" y="2984500"/>
                </a:lnTo>
                <a:lnTo>
                  <a:pt x="1396314" y="2882900"/>
                </a:lnTo>
                <a:lnTo>
                  <a:pt x="1504213" y="2781300"/>
                </a:lnTo>
                <a:lnTo>
                  <a:pt x="1513014" y="2768600"/>
                </a:lnTo>
                <a:lnTo>
                  <a:pt x="1539430" y="2730500"/>
                </a:lnTo>
                <a:lnTo>
                  <a:pt x="1568716" y="2692400"/>
                </a:lnTo>
                <a:lnTo>
                  <a:pt x="1591868" y="2641600"/>
                </a:lnTo>
                <a:lnTo>
                  <a:pt x="1608683" y="2603500"/>
                </a:lnTo>
                <a:lnTo>
                  <a:pt x="1613801" y="2578100"/>
                </a:lnTo>
                <a:lnTo>
                  <a:pt x="1618919" y="2552700"/>
                </a:lnTo>
                <a:lnTo>
                  <a:pt x="1622386" y="2489200"/>
                </a:lnTo>
                <a:lnTo>
                  <a:pt x="1622386" y="2387600"/>
                </a:lnTo>
                <a:lnTo>
                  <a:pt x="1623682" y="2349500"/>
                </a:lnTo>
                <a:lnTo>
                  <a:pt x="1626870" y="2286000"/>
                </a:lnTo>
                <a:lnTo>
                  <a:pt x="1630883" y="2222500"/>
                </a:lnTo>
                <a:lnTo>
                  <a:pt x="1634655" y="2171700"/>
                </a:lnTo>
                <a:lnTo>
                  <a:pt x="1648040" y="2095500"/>
                </a:lnTo>
                <a:lnTo>
                  <a:pt x="1661553" y="2044700"/>
                </a:lnTo>
                <a:lnTo>
                  <a:pt x="1677428" y="1993900"/>
                </a:lnTo>
                <a:lnTo>
                  <a:pt x="1695411" y="1955800"/>
                </a:lnTo>
                <a:lnTo>
                  <a:pt x="1715300" y="1905000"/>
                </a:lnTo>
                <a:lnTo>
                  <a:pt x="1736839" y="1866900"/>
                </a:lnTo>
                <a:lnTo>
                  <a:pt x="1759800" y="1828800"/>
                </a:lnTo>
                <a:lnTo>
                  <a:pt x="1783956" y="1790700"/>
                </a:lnTo>
                <a:lnTo>
                  <a:pt x="1809076" y="1739900"/>
                </a:lnTo>
                <a:lnTo>
                  <a:pt x="1886483" y="1625600"/>
                </a:lnTo>
                <a:lnTo>
                  <a:pt x="1911515" y="1587500"/>
                </a:lnTo>
                <a:lnTo>
                  <a:pt x="1936140" y="1549400"/>
                </a:lnTo>
                <a:lnTo>
                  <a:pt x="1960054" y="1511300"/>
                </a:lnTo>
                <a:lnTo>
                  <a:pt x="1982990" y="1473200"/>
                </a:lnTo>
                <a:lnTo>
                  <a:pt x="2004682" y="1422400"/>
                </a:lnTo>
                <a:lnTo>
                  <a:pt x="2024849" y="1384300"/>
                </a:lnTo>
                <a:lnTo>
                  <a:pt x="2043214" y="1333500"/>
                </a:lnTo>
                <a:lnTo>
                  <a:pt x="2059520" y="1295400"/>
                </a:lnTo>
                <a:lnTo>
                  <a:pt x="2073465" y="1244600"/>
                </a:lnTo>
                <a:lnTo>
                  <a:pt x="2084793" y="1193800"/>
                </a:lnTo>
                <a:lnTo>
                  <a:pt x="2093226" y="1143000"/>
                </a:lnTo>
                <a:lnTo>
                  <a:pt x="2098484" y="1092200"/>
                </a:lnTo>
                <a:lnTo>
                  <a:pt x="2100300" y="1028700"/>
                </a:lnTo>
                <a:close/>
              </a:path>
            </a:pathLst>
          </a:custGeom>
          <a:solidFill>
            <a:srgbClr val="FFDB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0" spc="-10" b="1">
                <a:solidFill>
                  <a:srgbClr val="010300"/>
                </a:solidFill>
                <a:latin typeface="Noto Sans CJK HK"/>
                <a:cs typeface="Noto Sans CJK HK"/>
              </a:rPr>
              <a:t>非齊頭式標準計價</a:t>
            </a:r>
            <a:endParaRPr sz="12000">
              <a:latin typeface="Noto Sans CJK HK"/>
              <a:cs typeface="Noto Sans CJK H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4480686"/>
            <a:ext cx="7214234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145" b="1">
                <a:solidFill>
                  <a:srgbClr val="010300"/>
                </a:solidFill>
                <a:latin typeface="Noto Sans CJK HK"/>
                <a:cs typeface="Noto Sans CJK HK"/>
              </a:rPr>
              <a:t>外送餐點服務創新的收費方式</a:t>
            </a:r>
            <a:endParaRPr sz="4200">
              <a:latin typeface="Noto Sans CJK HK"/>
              <a:cs typeface="Noto Sans CJK HK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7491933"/>
            <a:ext cx="6802120" cy="772972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1028700" y="8454542"/>
            <a:ext cx="6487160" cy="1115695"/>
            <a:chOff x="1028700" y="8454542"/>
            <a:chExt cx="6487160" cy="1115695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700" y="8454542"/>
              <a:ext cx="6486779" cy="56997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8700" y="9000134"/>
              <a:ext cx="6081395" cy="569976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83612" y="7705343"/>
            <a:ext cx="3104388" cy="25816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8003012" y="0"/>
            <a:ext cx="285115" cy="10287000"/>
          </a:xfrm>
          <a:custGeom>
            <a:avLst/>
            <a:gdLst/>
            <a:ahLst/>
            <a:cxnLst/>
            <a:rect l="l" t="t" r="r" b="b"/>
            <a:pathLst>
              <a:path w="285115" h="10287000">
                <a:moveTo>
                  <a:pt x="0" y="0"/>
                </a:moveTo>
                <a:lnTo>
                  <a:pt x="0" y="10286996"/>
                </a:lnTo>
                <a:lnTo>
                  <a:pt x="284988" y="10286996"/>
                </a:lnTo>
                <a:lnTo>
                  <a:pt x="2849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769111"/>
            <a:ext cx="8440420" cy="12452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265"/>
              <a:t>計畫所需經費財源</a:t>
            </a:r>
            <a:endParaRPr sz="8000"/>
          </a:p>
        </p:txBody>
      </p:sp>
      <p:grpSp>
        <p:nvGrpSpPr>
          <p:cNvPr id="5" name="object 5" descr=""/>
          <p:cNvGrpSpPr/>
          <p:nvPr/>
        </p:nvGrpSpPr>
        <p:grpSpPr>
          <a:xfrm>
            <a:off x="7837296" y="4478401"/>
            <a:ext cx="2987675" cy="1047115"/>
            <a:chOff x="7837296" y="4478401"/>
            <a:chExt cx="2987675" cy="104711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37296" y="4478401"/>
              <a:ext cx="2987421" cy="51358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7296" y="5011801"/>
              <a:ext cx="2987421" cy="513588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3632561" y="3560826"/>
            <a:ext cx="229362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245" b="1">
                <a:solidFill>
                  <a:srgbClr val="F3F5F8"/>
                </a:solidFill>
                <a:latin typeface="Noto Sans CJK HK"/>
                <a:cs typeface="Noto Sans CJK HK"/>
              </a:rPr>
              <a:t>勞動所得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3659612" y="4478401"/>
            <a:ext cx="2614295" cy="1047115"/>
            <a:chOff x="13659612" y="4478401"/>
            <a:chExt cx="2614295" cy="1047115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59612" y="4478401"/>
              <a:ext cx="2614040" cy="51358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06626" y="5011801"/>
              <a:ext cx="1120140" cy="513588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016000" y="2298318"/>
            <a:ext cx="9841865" cy="192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150" b="1">
                <a:solidFill>
                  <a:srgbClr val="F3F5F8"/>
                </a:solidFill>
                <a:latin typeface="Noto Sans CJK HK"/>
                <a:cs typeface="Noto Sans CJK HK"/>
              </a:rPr>
              <a:t>我們該如何募集資源？</a:t>
            </a:r>
            <a:endParaRPr sz="4200">
              <a:latin typeface="Noto Sans CJK HK"/>
              <a:cs typeface="Noto Sans CJK HK"/>
            </a:endParaRPr>
          </a:p>
          <a:p>
            <a:pPr marL="506730">
              <a:lnSpc>
                <a:spcPct val="100000"/>
              </a:lnSpc>
              <a:spcBef>
                <a:spcPts val="4900"/>
              </a:spcBef>
              <a:tabLst>
                <a:tab pos="6426835" algn="l"/>
              </a:tabLst>
            </a:pPr>
            <a:r>
              <a:rPr dirty="0" sz="4200" spc="265" b="1">
                <a:solidFill>
                  <a:srgbClr val="F3F5F8"/>
                </a:solidFill>
                <a:latin typeface="Noto Sans CJK HK"/>
                <a:cs typeface="Noto Sans CJK HK"/>
              </a:rPr>
              <a:t>期初系統設備</a:t>
            </a:r>
            <a:r>
              <a:rPr dirty="0" sz="4200" spc="-50" b="1">
                <a:solidFill>
                  <a:srgbClr val="F3F5F8"/>
                </a:solidFill>
                <a:latin typeface="Noto Sans CJK HK"/>
                <a:cs typeface="Noto Sans CJK HK"/>
              </a:rPr>
              <a:t>費</a:t>
            </a:r>
            <a:r>
              <a:rPr dirty="0" sz="4200" b="1">
                <a:solidFill>
                  <a:srgbClr val="F3F5F8"/>
                </a:solidFill>
                <a:latin typeface="Noto Sans CJK HK"/>
                <a:cs typeface="Noto Sans CJK HK"/>
              </a:rPr>
              <a:t>	</a:t>
            </a:r>
            <a:r>
              <a:rPr dirty="0" sz="4200" spc="260" b="1">
                <a:solidFill>
                  <a:srgbClr val="F3F5F8"/>
                </a:solidFill>
                <a:latin typeface="Noto Sans CJK HK"/>
                <a:cs typeface="Noto Sans CJK HK"/>
              </a:rPr>
              <a:t>營運管銷費</a:t>
            </a:r>
            <a:r>
              <a:rPr dirty="0" sz="4200" spc="210" b="1">
                <a:solidFill>
                  <a:srgbClr val="F3F5F8"/>
                </a:solidFill>
                <a:latin typeface="Noto Sans CJK HK"/>
                <a:cs typeface="Noto Sans CJK HK"/>
              </a:rPr>
              <a:t>用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01775" y="4478401"/>
            <a:ext cx="4110990" cy="1580515"/>
            <a:chOff x="1501775" y="4478401"/>
            <a:chExt cx="4110990" cy="1580515"/>
          </a:xfrm>
        </p:grpSpPr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1775" y="4478401"/>
              <a:ext cx="4110863" cy="51358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89227" y="5011801"/>
              <a:ext cx="3735832" cy="51358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23692" y="5544896"/>
              <a:ext cx="1866900" cy="513892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560702" y="7513446"/>
            <a:ext cx="3994150" cy="137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910" marR="5080" indent="-283845">
              <a:lnSpc>
                <a:spcPct val="105200"/>
              </a:lnSpc>
              <a:spcBef>
                <a:spcPts val="100"/>
              </a:spcBef>
            </a:pPr>
            <a:r>
              <a:rPr dirty="0" sz="4200" spc="250" b="1">
                <a:solidFill>
                  <a:srgbClr val="F3F5F8"/>
                </a:solidFill>
                <a:latin typeface="Noto Sans CJK HK"/>
                <a:cs typeface="Noto Sans CJK HK"/>
              </a:rPr>
              <a:t>直營咖啡店營利民間補助計畫</a:t>
            </a:r>
            <a:endParaRPr sz="4200">
              <a:latin typeface="Noto Sans CJK HK"/>
              <a:cs typeface="Noto Sans CJK HK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430769" y="7531989"/>
            <a:ext cx="3427095" cy="137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66420">
              <a:lnSpc>
                <a:spcPct val="105200"/>
              </a:lnSpc>
              <a:spcBef>
                <a:spcPts val="100"/>
              </a:spcBef>
            </a:pPr>
            <a:r>
              <a:rPr dirty="0" sz="4200" spc="245" b="1">
                <a:solidFill>
                  <a:srgbClr val="F3F5F8"/>
                </a:solidFill>
                <a:latin typeface="Noto Sans CJK HK"/>
                <a:cs typeface="Noto Sans CJK HK"/>
              </a:rPr>
              <a:t>政府預算</a:t>
            </a:r>
            <a:r>
              <a:rPr dirty="0" sz="4200" spc="210" b="1">
                <a:solidFill>
                  <a:srgbClr val="F3F5F8"/>
                </a:solidFill>
                <a:latin typeface="Noto Sans CJK HK"/>
                <a:cs typeface="Noto Sans CJK HK"/>
              </a:rPr>
              <a:t> </a:t>
            </a:r>
            <a:r>
              <a:rPr dirty="0" sz="4200" spc="250" b="1">
                <a:solidFill>
                  <a:srgbClr val="F3F5F8"/>
                </a:solidFill>
                <a:latin typeface="Noto Sans CJK HK"/>
                <a:cs typeface="Noto Sans CJK HK"/>
              </a:rPr>
              <a:t>社區發展基金</a:t>
            </a:r>
            <a:endParaRPr sz="4200">
              <a:latin typeface="Noto Sans CJK HK"/>
              <a:cs typeface="Noto Sans CJK HK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069951" y="7513446"/>
            <a:ext cx="3427095" cy="137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dirty="0" sz="4200" spc="250" b="1">
                <a:solidFill>
                  <a:srgbClr val="F3F5F8"/>
                </a:solidFill>
                <a:latin typeface="Noto Sans CJK HK"/>
                <a:cs typeface="Noto Sans CJK HK"/>
              </a:rPr>
              <a:t>社區弱勢族群社區發展基金</a:t>
            </a:r>
            <a:endParaRPr sz="4200">
              <a:latin typeface="Noto Sans CJK HK"/>
              <a:cs typeface="Noto Sans CJK HK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51885" y="6241415"/>
            <a:ext cx="1424051" cy="1030224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789161" y="6250254"/>
            <a:ext cx="1423416" cy="103052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428342" y="6110681"/>
            <a:ext cx="1423415" cy="10305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06111"/>
            <a:ext cx="3462528" cy="558088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05069" y="1619503"/>
            <a:ext cx="7279640" cy="12452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145">
                <a:solidFill>
                  <a:srgbClr val="010300"/>
                </a:solidFill>
              </a:rPr>
              <a:t>我們的團隊成員</a:t>
            </a:r>
            <a:endParaRPr sz="8000"/>
          </a:p>
        </p:txBody>
      </p:sp>
      <p:sp>
        <p:nvSpPr>
          <p:cNvPr id="4" name="object 4" descr=""/>
          <p:cNvSpPr txBox="1"/>
          <p:nvPr/>
        </p:nvSpPr>
        <p:spPr>
          <a:xfrm>
            <a:off x="2489073" y="4155693"/>
            <a:ext cx="1589405" cy="6146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850" spc="220" b="1">
                <a:solidFill>
                  <a:srgbClr val="010300"/>
                </a:solidFill>
                <a:latin typeface="Noto Sans CJK HK"/>
                <a:cs typeface="Noto Sans CJK HK"/>
              </a:rPr>
              <a:t>阮氏泉</a:t>
            </a:r>
            <a:endParaRPr sz="3850">
              <a:latin typeface="Noto Sans CJK HK"/>
              <a:cs typeface="Noto Sans CJK HK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936345" y="4884750"/>
            <a:ext cx="5057140" cy="3273425"/>
            <a:chOff x="936345" y="4884750"/>
            <a:chExt cx="5057140" cy="327342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8269" y="4884750"/>
              <a:ext cx="1621535" cy="57028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8914" y="5577205"/>
              <a:ext cx="3973449" cy="4968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62479" y="6098794"/>
              <a:ext cx="1806320" cy="4968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8914" y="6620002"/>
              <a:ext cx="3973449" cy="4968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6345" y="7139686"/>
              <a:ext cx="5057013" cy="4968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40102" y="7660894"/>
              <a:ext cx="3251073" cy="496824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8321420" y="4062476"/>
            <a:ext cx="1644014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190" b="1">
                <a:solidFill>
                  <a:srgbClr val="010300"/>
                </a:solidFill>
                <a:latin typeface="Noto Sans CJK HK"/>
                <a:cs typeface="Noto Sans CJK HK"/>
              </a:rPr>
              <a:t>林詩紜</a:t>
            </a:r>
            <a:endParaRPr sz="4000">
              <a:latin typeface="Noto Sans CJK HK"/>
              <a:cs typeface="Noto Sans CJK HK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88503" y="4823459"/>
            <a:ext cx="2514980" cy="589788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6988809" y="5526023"/>
            <a:ext cx="4686935" cy="2647950"/>
            <a:chOff x="6988809" y="5526023"/>
            <a:chExt cx="4686935" cy="2647950"/>
          </a:xfrm>
        </p:grpSpPr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75321" y="5526023"/>
              <a:ext cx="4110862" cy="51358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25383" y="6059119"/>
              <a:ext cx="2613660" cy="51389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25383" y="6594601"/>
              <a:ext cx="2613660" cy="51358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089393" y="7128001"/>
              <a:ext cx="4484242" cy="51358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88809" y="7659877"/>
              <a:ext cx="1867280" cy="513588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88323" y="7659877"/>
              <a:ext cx="2987039" cy="513588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4271752" y="4062476"/>
            <a:ext cx="1644014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190" b="1">
                <a:solidFill>
                  <a:srgbClr val="010300"/>
                </a:solidFill>
                <a:latin typeface="Noto Sans CJK HK"/>
                <a:cs typeface="Noto Sans CJK HK"/>
              </a:rPr>
              <a:t>蔣明諺</a:t>
            </a:r>
            <a:endParaRPr sz="4000">
              <a:latin typeface="Noto Sans CJK HK"/>
              <a:cs typeface="Noto Sans CJK HK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458187" y="4823459"/>
            <a:ext cx="1676400" cy="589788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12664693" y="5526023"/>
            <a:ext cx="5234940" cy="2647950"/>
            <a:chOff x="12664693" y="5526023"/>
            <a:chExt cx="5234940" cy="2647950"/>
          </a:xfrm>
        </p:grpSpPr>
        <p:pic>
          <p:nvPicPr>
            <p:cNvPr id="24" name="object 2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664693" y="5526023"/>
              <a:ext cx="5234559" cy="51358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664693" y="6059119"/>
              <a:ext cx="5234559" cy="513892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664693" y="6594601"/>
              <a:ext cx="5234559" cy="51358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664693" y="7128001"/>
              <a:ext cx="5234559" cy="51358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974190" y="7659877"/>
              <a:ext cx="2613659" cy="513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3405104" y="3124200"/>
            <a:ext cx="3854450" cy="6113145"/>
          </a:xfrm>
          <a:custGeom>
            <a:avLst/>
            <a:gdLst/>
            <a:ahLst/>
            <a:cxnLst/>
            <a:rect l="l" t="t" r="r" b="b"/>
            <a:pathLst>
              <a:path w="3854450" h="6113145">
                <a:moveTo>
                  <a:pt x="3854196" y="0"/>
                </a:moveTo>
                <a:lnTo>
                  <a:pt x="0" y="0"/>
                </a:lnTo>
                <a:lnTo>
                  <a:pt x="0" y="6112764"/>
                </a:lnTo>
                <a:lnTo>
                  <a:pt x="3854196" y="6112764"/>
                </a:lnTo>
                <a:lnTo>
                  <a:pt x="3854196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3145535"/>
            <a:ext cx="4883150" cy="7141845"/>
            <a:chOff x="0" y="3145535"/>
            <a:chExt cx="4883150" cy="714184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706111"/>
              <a:ext cx="3462528" cy="558088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028700" y="3145535"/>
              <a:ext cx="3854450" cy="6113145"/>
            </a:xfrm>
            <a:custGeom>
              <a:avLst/>
              <a:gdLst/>
              <a:ahLst/>
              <a:cxnLst/>
              <a:rect l="l" t="t" r="r" b="b"/>
              <a:pathLst>
                <a:path w="3854450" h="6113145">
                  <a:moveTo>
                    <a:pt x="3854196" y="0"/>
                  </a:moveTo>
                  <a:lnTo>
                    <a:pt x="0" y="0"/>
                  </a:lnTo>
                  <a:lnTo>
                    <a:pt x="0" y="6112763"/>
                  </a:lnTo>
                  <a:lnTo>
                    <a:pt x="3854196" y="6112763"/>
                  </a:lnTo>
                  <a:lnTo>
                    <a:pt x="3854196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5155691" y="3145535"/>
            <a:ext cx="3854450" cy="6113145"/>
          </a:xfrm>
          <a:custGeom>
            <a:avLst/>
            <a:gdLst/>
            <a:ahLst/>
            <a:cxnLst/>
            <a:rect l="l" t="t" r="r" b="b"/>
            <a:pathLst>
              <a:path w="3854450" h="6113145">
                <a:moveTo>
                  <a:pt x="3854196" y="0"/>
                </a:moveTo>
                <a:lnTo>
                  <a:pt x="0" y="0"/>
                </a:lnTo>
                <a:lnTo>
                  <a:pt x="0" y="6112763"/>
                </a:lnTo>
                <a:lnTo>
                  <a:pt x="3854196" y="6112763"/>
                </a:lnTo>
                <a:lnTo>
                  <a:pt x="3854196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278111" y="3124200"/>
            <a:ext cx="3854450" cy="6113145"/>
          </a:xfrm>
          <a:custGeom>
            <a:avLst/>
            <a:gdLst/>
            <a:ahLst/>
            <a:cxnLst/>
            <a:rect l="l" t="t" r="r" b="b"/>
            <a:pathLst>
              <a:path w="3854450" h="6113145">
                <a:moveTo>
                  <a:pt x="3854196" y="0"/>
                </a:moveTo>
                <a:lnTo>
                  <a:pt x="0" y="0"/>
                </a:lnTo>
                <a:lnTo>
                  <a:pt x="0" y="6112764"/>
                </a:lnTo>
                <a:lnTo>
                  <a:pt x="3854196" y="6112764"/>
                </a:lnTo>
                <a:lnTo>
                  <a:pt x="3854196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652773" y="903173"/>
            <a:ext cx="11428730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0" spc="155"/>
              <a:t>我們</a:t>
            </a:r>
            <a:r>
              <a:rPr dirty="0" sz="8000" spc="75"/>
              <a:t>🡪</a:t>
            </a:r>
            <a:r>
              <a:rPr dirty="0" sz="8000" spc="145"/>
              <a:t>望提供給的大家的</a:t>
            </a:r>
            <a:endParaRPr sz="8000"/>
          </a:p>
        </p:txBody>
      </p:sp>
      <p:sp>
        <p:nvSpPr>
          <p:cNvPr id="10" name="object 10" descr=""/>
          <p:cNvSpPr txBox="1"/>
          <p:nvPr/>
        </p:nvSpPr>
        <p:spPr>
          <a:xfrm>
            <a:off x="5155691" y="3145535"/>
            <a:ext cx="3854450" cy="6113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4200">
              <a:latin typeface="Times New Roman"/>
              <a:cs typeface="Times New Roman"/>
            </a:endParaRPr>
          </a:p>
          <a:p>
            <a:pPr marL="797560" marR="780415" indent="283210">
              <a:lnSpc>
                <a:spcPct val="105200"/>
              </a:lnSpc>
              <a:spcBef>
                <a:spcPts val="5"/>
              </a:spcBef>
            </a:pPr>
            <a:r>
              <a:rPr dirty="0" sz="4200" spc="240" b="1">
                <a:solidFill>
                  <a:srgbClr val="010300"/>
                </a:solidFill>
                <a:latin typeface="Noto Sans CJK HK"/>
                <a:cs typeface="Noto Sans CJK HK"/>
              </a:rPr>
              <a:t>中高齡</a:t>
            </a:r>
            <a:r>
              <a:rPr dirty="0" sz="4200" spc="245" b="1">
                <a:solidFill>
                  <a:srgbClr val="010300"/>
                </a:solidFill>
                <a:latin typeface="Noto Sans CJK HK"/>
                <a:cs typeface="Noto Sans CJK HK"/>
              </a:rPr>
              <a:t>社區居民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506846" y="6111494"/>
            <a:ext cx="3487420" cy="2085339"/>
            <a:chOff x="5506846" y="6111494"/>
            <a:chExt cx="3487420" cy="2085339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6846" y="6111494"/>
              <a:ext cx="3487293" cy="4587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6846" y="6518402"/>
              <a:ext cx="3487293" cy="45872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06846" y="6923862"/>
              <a:ext cx="3487293" cy="45902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6846" y="7331075"/>
              <a:ext cx="3487293" cy="4587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06846" y="7737983"/>
              <a:ext cx="3487293" cy="458724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9278111" y="3124200"/>
            <a:ext cx="3854450" cy="6113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4200">
              <a:latin typeface="Times New Roman"/>
              <a:cs typeface="Times New Roman"/>
            </a:endParaRPr>
          </a:p>
          <a:p>
            <a:pPr marL="790575" marR="787400" indent="566420">
              <a:lnSpc>
                <a:spcPct val="105200"/>
              </a:lnSpc>
            </a:pPr>
            <a:r>
              <a:rPr dirty="0" sz="4200" spc="235" b="1">
                <a:solidFill>
                  <a:srgbClr val="010300"/>
                </a:solidFill>
                <a:latin typeface="Noto Sans CJK HK"/>
                <a:cs typeface="Noto Sans CJK HK"/>
              </a:rPr>
              <a:t>其他</a:t>
            </a:r>
            <a:r>
              <a:rPr dirty="0" sz="4200" spc="210" b="1">
                <a:solidFill>
                  <a:srgbClr val="010300"/>
                </a:solidFill>
                <a:latin typeface="Noto Sans CJK HK"/>
                <a:cs typeface="Noto Sans CJK HK"/>
              </a:rPr>
              <a:t> </a:t>
            </a:r>
            <a:r>
              <a:rPr dirty="0" sz="4200" spc="245" b="1">
                <a:solidFill>
                  <a:srgbClr val="010300"/>
                </a:solidFill>
                <a:latin typeface="Noto Sans CJK HK"/>
                <a:cs typeface="Noto Sans CJK HK"/>
              </a:rPr>
              <a:t>社區居民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9776714" y="6427673"/>
            <a:ext cx="3170555" cy="866140"/>
            <a:chOff x="9776714" y="6427673"/>
            <a:chExt cx="3170555" cy="866140"/>
          </a:xfrm>
        </p:grpSpPr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76714" y="6427673"/>
              <a:ext cx="3170301" cy="459028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94087" y="6834885"/>
              <a:ext cx="2535936" cy="458724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028700" y="3145535"/>
            <a:ext cx="3854450" cy="6113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4200">
              <a:latin typeface="Times New Roman"/>
              <a:cs typeface="Times New Roman"/>
            </a:endParaRPr>
          </a:p>
          <a:p>
            <a:pPr marL="1075690" marR="786765" indent="-283845">
              <a:lnSpc>
                <a:spcPct val="105200"/>
              </a:lnSpc>
              <a:spcBef>
                <a:spcPts val="5"/>
              </a:spcBef>
            </a:pPr>
            <a:r>
              <a:rPr dirty="0" sz="4200" spc="245" b="1">
                <a:solidFill>
                  <a:srgbClr val="010300"/>
                </a:solidFill>
                <a:latin typeface="Noto Sans CJK HK"/>
                <a:cs typeface="Noto Sans CJK HK"/>
              </a:rPr>
              <a:t>社區餐飲</a:t>
            </a:r>
            <a:r>
              <a:rPr dirty="0" sz="4200" spc="240" b="1">
                <a:solidFill>
                  <a:srgbClr val="010300"/>
                </a:solidFill>
                <a:latin typeface="Noto Sans CJK HK"/>
                <a:cs typeface="Noto Sans CJK HK"/>
              </a:rPr>
              <a:t>零售業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527047" y="6427673"/>
            <a:ext cx="3170555" cy="866140"/>
            <a:chOff x="1527047" y="6427673"/>
            <a:chExt cx="3170555" cy="866140"/>
          </a:xfrm>
        </p:grpSpPr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7047" y="6427673"/>
              <a:ext cx="3170301" cy="45902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78023" y="6834885"/>
              <a:ext cx="1267968" cy="458724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3405104" y="3124200"/>
            <a:ext cx="3854450" cy="61131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4200">
              <a:latin typeface="Times New Roman"/>
              <a:cs typeface="Times New Roman"/>
            </a:endParaRPr>
          </a:p>
          <a:p>
            <a:pPr marL="784225" marR="793750" indent="566420">
              <a:lnSpc>
                <a:spcPct val="105200"/>
              </a:lnSpc>
            </a:pPr>
            <a:r>
              <a:rPr dirty="0" sz="4200" spc="235" b="1">
                <a:solidFill>
                  <a:srgbClr val="010300"/>
                </a:solidFill>
                <a:latin typeface="Noto Sans CJK HK"/>
                <a:cs typeface="Noto Sans CJK HK"/>
              </a:rPr>
              <a:t>社區</a:t>
            </a:r>
            <a:r>
              <a:rPr dirty="0" sz="4200" spc="210" b="1">
                <a:solidFill>
                  <a:srgbClr val="010300"/>
                </a:solidFill>
                <a:latin typeface="Noto Sans CJK HK"/>
                <a:cs typeface="Noto Sans CJK HK"/>
              </a:rPr>
              <a:t> </a:t>
            </a:r>
            <a:r>
              <a:rPr dirty="0" sz="4200" spc="245" b="1">
                <a:solidFill>
                  <a:srgbClr val="010300"/>
                </a:solidFill>
                <a:latin typeface="Noto Sans CJK HK"/>
                <a:cs typeface="Noto Sans CJK HK"/>
              </a:rPr>
              <a:t>管理組織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3896466" y="6427673"/>
            <a:ext cx="3170555" cy="1271905"/>
            <a:chOff x="13896466" y="6427673"/>
            <a:chExt cx="3170555" cy="1271905"/>
          </a:xfrm>
        </p:grpSpPr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896466" y="6427673"/>
              <a:ext cx="3170301" cy="45902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896466" y="6834885"/>
              <a:ext cx="3170301" cy="45872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847442" y="7240269"/>
              <a:ext cx="1268374" cy="4587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63700" y="0"/>
            <a:ext cx="3924300" cy="550621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793732"/>
            <a:ext cx="18288000" cy="249326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390014" y="1188465"/>
            <a:ext cx="1811655" cy="543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spc="70" b="1">
                <a:solidFill>
                  <a:srgbClr val="010300"/>
                </a:solidFill>
                <a:latin typeface="Noto Sans CJK HK"/>
                <a:cs typeface="Noto Sans CJK HK"/>
              </a:rPr>
              <a:t>全方位的</a:t>
            </a:r>
            <a:endParaRPr sz="3400">
              <a:latin typeface="Noto Sans CJK HK"/>
              <a:cs typeface="Noto Sans CJK H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90014" y="1567687"/>
            <a:ext cx="14747240" cy="12452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270">
                <a:solidFill>
                  <a:srgbClr val="010300"/>
                </a:solidFill>
              </a:rPr>
              <a:t>五常智慧社區生態系統發展計畫</a:t>
            </a:r>
            <a:endParaRPr sz="8000"/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74113" y="3623436"/>
            <a:ext cx="5669661" cy="77266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74113" y="4524197"/>
            <a:ext cx="5669661" cy="77297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74113" y="5426709"/>
            <a:ext cx="6236589" cy="77266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708785" y="3435476"/>
            <a:ext cx="212725" cy="3631565"/>
          </a:xfrm>
          <a:prstGeom prst="rect">
            <a:avLst/>
          </a:prstGeom>
        </p:spPr>
        <p:txBody>
          <a:bodyPr wrap="square" lIns="0" tIns="273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dirty="0" sz="4200" spc="-50">
                <a:solidFill>
                  <a:srgbClr val="010300"/>
                </a:solidFill>
                <a:latin typeface="Arial"/>
                <a:cs typeface="Arial"/>
              </a:rPr>
              <a:t>•</a:t>
            </a:r>
            <a:endParaRPr sz="4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dirty="0" sz="4200" spc="-50">
                <a:solidFill>
                  <a:srgbClr val="010300"/>
                </a:solidFill>
                <a:latin typeface="Arial"/>
                <a:cs typeface="Arial"/>
              </a:rPr>
              <a:t>•</a:t>
            </a:r>
            <a:endParaRPr sz="4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dirty="0" sz="4200" spc="-50">
                <a:solidFill>
                  <a:srgbClr val="010300"/>
                </a:solidFill>
                <a:latin typeface="Arial"/>
                <a:cs typeface="Arial"/>
              </a:rPr>
              <a:t>•</a:t>
            </a:r>
            <a:endParaRPr sz="4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dirty="0" sz="4200" spc="-50">
                <a:solidFill>
                  <a:srgbClr val="010300"/>
                </a:solidFill>
                <a:latin typeface="Arial"/>
                <a:cs typeface="Arial"/>
              </a:rPr>
              <a:t>•</a:t>
            </a:r>
            <a:endParaRPr sz="42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74113" y="6328917"/>
            <a:ext cx="7369048" cy="772667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957262" y="798576"/>
            <a:ext cx="142875" cy="2303145"/>
          </a:xfrm>
          <a:custGeom>
            <a:avLst/>
            <a:gdLst/>
            <a:ahLst/>
            <a:cxnLst/>
            <a:rect l="l" t="t" r="r" b="b"/>
            <a:pathLst>
              <a:path w="142875" h="2303145">
                <a:moveTo>
                  <a:pt x="0" y="2302764"/>
                </a:moveTo>
                <a:lnTo>
                  <a:pt x="142875" y="2302764"/>
                </a:lnTo>
                <a:lnTo>
                  <a:pt x="142875" y="0"/>
                </a:lnTo>
                <a:lnTo>
                  <a:pt x="0" y="0"/>
                </a:lnTo>
                <a:lnTo>
                  <a:pt x="0" y="23027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8003012" y="0"/>
            <a:ext cx="285115" cy="10287000"/>
          </a:xfrm>
          <a:custGeom>
            <a:avLst/>
            <a:gdLst/>
            <a:ahLst/>
            <a:cxnLst/>
            <a:rect l="l" t="t" r="r" b="b"/>
            <a:pathLst>
              <a:path w="285115" h="10287000">
                <a:moveTo>
                  <a:pt x="0" y="0"/>
                </a:moveTo>
                <a:lnTo>
                  <a:pt x="0" y="10286996"/>
                </a:lnTo>
                <a:lnTo>
                  <a:pt x="284988" y="10286996"/>
                </a:lnTo>
                <a:lnTo>
                  <a:pt x="2849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5F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06111"/>
            <a:ext cx="3462528" cy="558088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788923"/>
            <a:ext cx="5285105" cy="3461385"/>
          </a:xfrm>
          <a:prstGeom prst="rect"/>
        </p:spPr>
        <p:txBody>
          <a:bodyPr wrap="square" lIns="0" tIns="123825" rIns="0" bIns="0" rtlCol="0" vert="horz">
            <a:spAutoFit/>
          </a:bodyPr>
          <a:lstStyle/>
          <a:p>
            <a:pPr algn="just" marL="12700" marR="5080">
              <a:lnSpc>
                <a:spcPct val="90900"/>
              </a:lnSpc>
              <a:spcBef>
                <a:spcPts val="975"/>
              </a:spcBef>
            </a:pPr>
            <a:r>
              <a:rPr dirty="0" sz="8000" spc="265"/>
              <a:t>社區企業營運下對未來社區的想像</a:t>
            </a:r>
            <a:endParaRPr sz="8000"/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10928" y="618998"/>
            <a:ext cx="6639178" cy="754379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9904221" y="1513586"/>
            <a:ext cx="5852795" cy="2000250"/>
            <a:chOff x="9904221" y="1513586"/>
            <a:chExt cx="5852795" cy="200025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04221" y="1513586"/>
              <a:ext cx="5121021" cy="51358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4221" y="2008886"/>
              <a:ext cx="2194560" cy="51358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33021" y="2008886"/>
              <a:ext cx="853440" cy="51358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373101" y="2008886"/>
              <a:ext cx="2560700" cy="51358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04221" y="2504186"/>
              <a:ext cx="5121021" cy="513587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04221" y="2999866"/>
              <a:ext cx="5852541" cy="513587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710928" y="3702050"/>
            <a:ext cx="4426077" cy="754379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9904221" y="4594605"/>
            <a:ext cx="7315834" cy="2990850"/>
            <a:chOff x="9904221" y="4594605"/>
            <a:chExt cx="7315834" cy="2990850"/>
          </a:xfrm>
        </p:grpSpPr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04221" y="4594605"/>
              <a:ext cx="7315834" cy="100888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04221" y="5584901"/>
              <a:ext cx="2926079" cy="51389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04221" y="6080759"/>
              <a:ext cx="7315834" cy="100888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04221" y="7071360"/>
              <a:ext cx="3291839" cy="513588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9710928" y="7654747"/>
            <a:ext cx="7459980" cy="681990"/>
            <a:chOff x="9710928" y="7654747"/>
            <a:chExt cx="7459980" cy="681990"/>
          </a:xfrm>
        </p:grpSpPr>
        <p:pic>
          <p:nvPicPr>
            <p:cNvPr id="21" name="object 2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10928" y="7654747"/>
              <a:ext cx="999744" cy="681532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10800" y="7654747"/>
              <a:ext cx="1292352" cy="681532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180064" y="7654747"/>
              <a:ext cx="5990843" cy="681532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9904221" y="8464931"/>
            <a:ext cx="7488555" cy="1503045"/>
            <a:chOff x="9904221" y="8464931"/>
            <a:chExt cx="7488555" cy="1503045"/>
          </a:xfrm>
        </p:grpSpPr>
        <p:pic>
          <p:nvPicPr>
            <p:cNvPr id="25" name="object 2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04221" y="8464931"/>
              <a:ext cx="2560320" cy="51358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098781" y="8464931"/>
              <a:ext cx="1128141" cy="51358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001243" y="8464931"/>
              <a:ext cx="4391152" cy="51358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904221" y="8960205"/>
              <a:ext cx="6949821" cy="51358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488409" y="8960205"/>
              <a:ext cx="892048" cy="51358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904221" y="9453677"/>
              <a:ext cx="4023741" cy="513892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1016000" y="8813393"/>
            <a:ext cx="6228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4185" algn="l"/>
                <a:tab pos="1948180" algn="l"/>
              </a:tabLst>
            </a:pPr>
            <a:r>
              <a:rPr dirty="0" sz="2400" spc="-10" b="1">
                <a:solidFill>
                  <a:srgbClr val="FFDB15"/>
                </a:solidFill>
                <a:latin typeface="Noto Sans CJK HK"/>
                <a:cs typeface="Noto Sans CJK HK"/>
              </a:rPr>
              <a:t>WUCHANG</a:t>
            </a:r>
            <a:r>
              <a:rPr dirty="0" sz="2400" b="1">
                <a:solidFill>
                  <a:srgbClr val="FFDB15"/>
                </a:solidFill>
                <a:latin typeface="Noto Sans CJK HK"/>
                <a:cs typeface="Noto Sans CJK HK"/>
              </a:rPr>
              <a:t>	</a:t>
            </a:r>
            <a:r>
              <a:rPr dirty="0" sz="2400" spc="-50" b="1">
                <a:solidFill>
                  <a:srgbClr val="FFDB15"/>
                </a:solidFill>
                <a:latin typeface="Noto Sans CJK HK"/>
                <a:cs typeface="Noto Sans CJK HK"/>
              </a:rPr>
              <a:t>|</a:t>
            </a:r>
            <a:r>
              <a:rPr dirty="0" sz="2400" b="1">
                <a:solidFill>
                  <a:srgbClr val="FFDB15"/>
                </a:solidFill>
                <a:latin typeface="Noto Sans CJK HK"/>
                <a:cs typeface="Noto Sans CJK HK"/>
              </a:rPr>
              <a:t>	</a:t>
            </a:r>
            <a:r>
              <a:rPr dirty="0" sz="2400" spc="-5" b="1">
                <a:solidFill>
                  <a:srgbClr val="FFDB15"/>
                </a:solidFill>
                <a:latin typeface="Noto Sans CJK HK"/>
                <a:cs typeface="Noto Sans CJK HK"/>
              </a:rPr>
              <a:t>五常物業規劃顧問股份有限公司</a:t>
            </a:r>
            <a:endParaRPr sz="2400">
              <a:latin typeface="Noto Sans CJK HK"/>
              <a:cs typeface="Noto Sans CJK H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03338" y="4998161"/>
            <a:ext cx="832167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140" b="1">
                <a:solidFill>
                  <a:srgbClr val="010300"/>
                </a:solidFill>
                <a:latin typeface="Noto Sans CJK HK"/>
                <a:cs typeface="Noto Sans CJK HK"/>
              </a:rPr>
              <a:t>以科技服務商業，以商業建設社區</a:t>
            </a:r>
            <a:endParaRPr sz="4200">
              <a:latin typeface="Noto Sans CJK HK"/>
              <a:cs typeface="Noto Sans CJK HK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5509260" cy="82296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6440423" y="1028700"/>
            <a:ext cx="210820" cy="8229600"/>
          </a:xfrm>
          <a:custGeom>
            <a:avLst/>
            <a:gdLst/>
            <a:ahLst/>
            <a:cxnLst/>
            <a:rect l="l" t="t" r="r" b="b"/>
            <a:pathLst>
              <a:path w="210820" h="8229600">
                <a:moveTo>
                  <a:pt x="210311" y="0"/>
                </a:moveTo>
                <a:lnTo>
                  <a:pt x="0" y="0"/>
                </a:lnTo>
                <a:lnTo>
                  <a:pt x="0" y="8229600"/>
                </a:lnTo>
                <a:lnTo>
                  <a:pt x="210311" y="8229600"/>
                </a:lnTo>
                <a:lnTo>
                  <a:pt x="210311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7416038" y="0"/>
            <a:ext cx="10872470" cy="10287000"/>
            <a:chOff x="7416038" y="0"/>
            <a:chExt cx="10872470" cy="10287000"/>
          </a:xfrm>
        </p:grpSpPr>
        <p:sp>
          <p:nvSpPr>
            <p:cNvPr id="6" name="object 6" descr=""/>
            <p:cNvSpPr/>
            <p:nvPr/>
          </p:nvSpPr>
          <p:spPr>
            <a:xfrm>
              <a:off x="18003011" y="0"/>
              <a:ext cx="285115" cy="10287000"/>
            </a:xfrm>
            <a:custGeom>
              <a:avLst/>
              <a:gdLst/>
              <a:ahLst/>
              <a:cxnLst/>
              <a:rect l="l" t="t" r="r" b="b"/>
              <a:pathLst>
                <a:path w="285115" h="10287000">
                  <a:moveTo>
                    <a:pt x="0" y="0"/>
                  </a:moveTo>
                  <a:lnTo>
                    <a:pt x="0" y="10286996"/>
                  </a:lnTo>
                  <a:lnTo>
                    <a:pt x="284988" y="10286996"/>
                  </a:lnTo>
                  <a:lnTo>
                    <a:pt x="2849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40811" y="6411467"/>
              <a:ext cx="2647188" cy="387552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6038" y="6067678"/>
              <a:ext cx="8414766" cy="51358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16038" y="6563232"/>
              <a:ext cx="6218301" cy="51358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6038" y="7058532"/>
              <a:ext cx="8414766" cy="199951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16038" y="9040062"/>
              <a:ext cx="4023740" cy="51358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403338" y="882852"/>
            <a:ext cx="445198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140" b="1">
                <a:solidFill>
                  <a:srgbClr val="010300"/>
                </a:solidFill>
                <a:latin typeface="Noto Sans CJK HK"/>
                <a:cs typeface="Noto Sans CJK HK"/>
              </a:rPr>
              <a:t>取之社區用之社區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416038" y="1941829"/>
            <a:ext cx="7315834" cy="2495550"/>
            <a:chOff x="7416038" y="1941829"/>
            <a:chExt cx="7315834" cy="2495550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16038" y="1941829"/>
              <a:ext cx="7315834" cy="19998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16038" y="3923410"/>
              <a:ext cx="3657980" cy="5135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63700" y="0"/>
              <a:ext cx="3924300" cy="550621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8000" y="0"/>
                  </a:moveTo>
                  <a:lnTo>
                    <a:pt x="18003012" y="0"/>
                  </a:lnTo>
                  <a:lnTo>
                    <a:pt x="18003012" y="4783836"/>
                  </a:lnTo>
                  <a:lnTo>
                    <a:pt x="14784566" y="4783836"/>
                  </a:lnTo>
                  <a:lnTo>
                    <a:pt x="14748282" y="4725213"/>
                  </a:lnTo>
                  <a:lnTo>
                    <a:pt x="14716760" y="4693691"/>
                  </a:lnTo>
                  <a:lnTo>
                    <a:pt x="14680248" y="4667885"/>
                  </a:lnTo>
                  <a:lnTo>
                    <a:pt x="14639506" y="4648543"/>
                  </a:lnTo>
                  <a:lnTo>
                    <a:pt x="14595259" y="4636389"/>
                  </a:lnTo>
                  <a:lnTo>
                    <a:pt x="14548244" y="4632185"/>
                  </a:lnTo>
                  <a:lnTo>
                    <a:pt x="14501241" y="4636389"/>
                  </a:lnTo>
                  <a:lnTo>
                    <a:pt x="14456994" y="4648543"/>
                  </a:lnTo>
                  <a:lnTo>
                    <a:pt x="14416253" y="4667885"/>
                  </a:lnTo>
                  <a:lnTo>
                    <a:pt x="14379740" y="4693691"/>
                  </a:lnTo>
                  <a:lnTo>
                    <a:pt x="14348219" y="4725213"/>
                  </a:lnTo>
                  <a:lnTo>
                    <a:pt x="14322425" y="4761725"/>
                  </a:lnTo>
                  <a:lnTo>
                    <a:pt x="14311910" y="4783836"/>
                  </a:lnTo>
                  <a:lnTo>
                    <a:pt x="9273781" y="4783836"/>
                  </a:lnTo>
                  <a:lnTo>
                    <a:pt x="9237497" y="4725213"/>
                  </a:lnTo>
                  <a:lnTo>
                    <a:pt x="9205976" y="4693691"/>
                  </a:lnTo>
                  <a:lnTo>
                    <a:pt x="9169463" y="4667885"/>
                  </a:lnTo>
                  <a:lnTo>
                    <a:pt x="9128722" y="4648543"/>
                  </a:lnTo>
                  <a:lnTo>
                    <a:pt x="9084475" y="4636389"/>
                  </a:lnTo>
                  <a:lnTo>
                    <a:pt x="9037460" y="4632185"/>
                  </a:lnTo>
                  <a:lnTo>
                    <a:pt x="8990457" y="4636389"/>
                  </a:lnTo>
                  <a:lnTo>
                    <a:pt x="8946210" y="4648543"/>
                  </a:lnTo>
                  <a:lnTo>
                    <a:pt x="8905469" y="4667885"/>
                  </a:lnTo>
                  <a:lnTo>
                    <a:pt x="8868956" y="4693691"/>
                  </a:lnTo>
                  <a:lnTo>
                    <a:pt x="8837435" y="4725213"/>
                  </a:lnTo>
                  <a:lnTo>
                    <a:pt x="8811641" y="4761725"/>
                  </a:lnTo>
                  <a:lnTo>
                    <a:pt x="8801125" y="4783836"/>
                  </a:lnTo>
                  <a:lnTo>
                    <a:pt x="3759949" y="4783836"/>
                  </a:lnTo>
                  <a:lnTo>
                    <a:pt x="3723665" y="4725213"/>
                  </a:lnTo>
                  <a:lnTo>
                    <a:pt x="3692144" y="4693691"/>
                  </a:lnTo>
                  <a:lnTo>
                    <a:pt x="3655631" y="4667885"/>
                  </a:lnTo>
                  <a:lnTo>
                    <a:pt x="3614890" y="4648543"/>
                  </a:lnTo>
                  <a:lnTo>
                    <a:pt x="3570643" y="4636389"/>
                  </a:lnTo>
                  <a:lnTo>
                    <a:pt x="3523627" y="4632185"/>
                  </a:lnTo>
                  <a:lnTo>
                    <a:pt x="3476625" y="4636389"/>
                  </a:lnTo>
                  <a:lnTo>
                    <a:pt x="3432378" y="4648543"/>
                  </a:lnTo>
                  <a:lnTo>
                    <a:pt x="3391636" y="4667885"/>
                  </a:lnTo>
                  <a:lnTo>
                    <a:pt x="3355124" y="4693691"/>
                  </a:lnTo>
                  <a:lnTo>
                    <a:pt x="3323602" y="4725213"/>
                  </a:lnTo>
                  <a:lnTo>
                    <a:pt x="3297809" y="4761725"/>
                  </a:lnTo>
                  <a:lnTo>
                    <a:pt x="3287293" y="4783836"/>
                  </a:lnTo>
                  <a:lnTo>
                    <a:pt x="0" y="4783836"/>
                  </a:lnTo>
                  <a:lnTo>
                    <a:pt x="0" y="4936236"/>
                  </a:lnTo>
                  <a:lnTo>
                    <a:pt x="3265906" y="4936236"/>
                  </a:lnTo>
                  <a:lnTo>
                    <a:pt x="3266313" y="4940757"/>
                  </a:lnTo>
                  <a:lnTo>
                    <a:pt x="3278454" y="4985004"/>
                  </a:lnTo>
                  <a:lnTo>
                    <a:pt x="3297809" y="5025745"/>
                  </a:lnTo>
                  <a:lnTo>
                    <a:pt x="3323602" y="5062258"/>
                  </a:lnTo>
                  <a:lnTo>
                    <a:pt x="3355124" y="5093779"/>
                  </a:lnTo>
                  <a:lnTo>
                    <a:pt x="3391636" y="5119586"/>
                  </a:lnTo>
                  <a:lnTo>
                    <a:pt x="3432378" y="5138928"/>
                  </a:lnTo>
                  <a:lnTo>
                    <a:pt x="3476625" y="5151082"/>
                  </a:lnTo>
                  <a:lnTo>
                    <a:pt x="3523627" y="5155285"/>
                  </a:lnTo>
                  <a:lnTo>
                    <a:pt x="3570643" y="5151082"/>
                  </a:lnTo>
                  <a:lnTo>
                    <a:pt x="3614890" y="5138928"/>
                  </a:lnTo>
                  <a:lnTo>
                    <a:pt x="3655631" y="5119586"/>
                  </a:lnTo>
                  <a:lnTo>
                    <a:pt x="3692131" y="5093779"/>
                  </a:lnTo>
                  <a:lnTo>
                    <a:pt x="3723652" y="5062258"/>
                  </a:lnTo>
                  <a:lnTo>
                    <a:pt x="3749459" y="5025745"/>
                  </a:lnTo>
                  <a:lnTo>
                    <a:pt x="3768801" y="4985004"/>
                  </a:lnTo>
                  <a:lnTo>
                    <a:pt x="3780955" y="4940757"/>
                  </a:lnTo>
                  <a:lnTo>
                    <a:pt x="3781348" y="4936236"/>
                  </a:lnTo>
                  <a:lnTo>
                    <a:pt x="8779739" y="4936236"/>
                  </a:lnTo>
                  <a:lnTo>
                    <a:pt x="8792286" y="4985004"/>
                  </a:lnTo>
                  <a:lnTo>
                    <a:pt x="8811641" y="5025745"/>
                  </a:lnTo>
                  <a:lnTo>
                    <a:pt x="8837435" y="5062258"/>
                  </a:lnTo>
                  <a:lnTo>
                    <a:pt x="8868956" y="5093779"/>
                  </a:lnTo>
                  <a:lnTo>
                    <a:pt x="8905469" y="5119586"/>
                  </a:lnTo>
                  <a:lnTo>
                    <a:pt x="8946210" y="5138928"/>
                  </a:lnTo>
                  <a:lnTo>
                    <a:pt x="8990457" y="5151082"/>
                  </a:lnTo>
                  <a:lnTo>
                    <a:pt x="9037460" y="5155285"/>
                  </a:lnTo>
                  <a:lnTo>
                    <a:pt x="9084475" y="5151082"/>
                  </a:lnTo>
                  <a:lnTo>
                    <a:pt x="9128722" y="5138928"/>
                  </a:lnTo>
                  <a:lnTo>
                    <a:pt x="9169463" y="5119586"/>
                  </a:lnTo>
                  <a:lnTo>
                    <a:pt x="9205963" y="5093779"/>
                  </a:lnTo>
                  <a:lnTo>
                    <a:pt x="9237485" y="5062258"/>
                  </a:lnTo>
                  <a:lnTo>
                    <a:pt x="9263291" y="5025745"/>
                  </a:lnTo>
                  <a:lnTo>
                    <a:pt x="9282633" y="4985004"/>
                  </a:lnTo>
                  <a:lnTo>
                    <a:pt x="9294787" y="4940757"/>
                  </a:lnTo>
                  <a:lnTo>
                    <a:pt x="9295181" y="4936236"/>
                  </a:lnTo>
                  <a:lnTo>
                    <a:pt x="14290523" y="4936236"/>
                  </a:lnTo>
                  <a:lnTo>
                    <a:pt x="14303070" y="4985004"/>
                  </a:lnTo>
                  <a:lnTo>
                    <a:pt x="14322425" y="5025745"/>
                  </a:lnTo>
                  <a:lnTo>
                    <a:pt x="14348219" y="5062258"/>
                  </a:lnTo>
                  <a:lnTo>
                    <a:pt x="14379740" y="5093779"/>
                  </a:lnTo>
                  <a:lnTo>
                    <a:pt x="14416253" y="5119586"/>
                  </a:lnTo>
                  <a:lnTo>
                    <a:pt x="14456994" y="5138928"/>
                  </a:lnTo>
                  <a:lnTo>
                    <a:pt x="14501241" y="5151082"/>
                  </a:lnTo>
                  <a:lnTo>
                    <a:pt x="14548244" y="5155285"/>
                  </a:lnTo>
                  <a:lnTo>
                    <a:pt x="14595259" y="5151082"/>
                  </a:lnTo>
                  <a:lnTo>
                    <a:pt x="14639506" y="5138928"/>
                  </a:lnTo>
                  <a:lnTo>
                    <a:pt x="14680248" y="5119586"/>
                  </a:lnTo>
                  <a:lnTo>
                    <a:pt x="14716747" y="5093779"/>
                  </a:lnTo>
                  <a:lnTo>
                    <a:pt x="14748269" y="5062258"/>
                  </a:lnTo>
                  <a:lnTo>
                    <a:pt x="14774075" y="5025745"/>
                  </a:lnTo>
                  <a:lnTo>
                    <a:pt x="14793417" y="4985004"/>
                  </a:lnTo>
                  <a:lnTo>
                    <a:pt x="14805571" y="4940757"/>
                  </a:lnTo>
                  <a:lnTo>
                    <a:pt x="14805965" y="4936236"/>
                  </a:lnTo>
                  <a:lnTo>
                    <a:pt x="18003012" y="4936236"/>
                  </a:lnTo>
                  <a:lnTo>
                    <a:pt x="18003012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10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526286" y="5671565"/>
            <a:ext cx="399415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250" b="1">
                <a:solidFill>
                  <a:srgbClr val="010300"/>
                </a:solidFill>
                <a:latin typeface="Noto Sans CJK HK"/>
                <a:cs typeface="Noto Sans CJK HK"/>
              </a:rPr>
              <a:t>中高齡產能開發</a:t>
            </a:r>
            <a:endParaRPr sz="4200">
              <a:latin typeface="Noto Sans CJK HK"/>
              <a:cs typeface="Noto Sans CJK HK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6482" y="6522466"/>
            <a:ext cx="2240661" cy="51358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756907" y="5671565"/>
            <a:ext cx="456311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254" b="1">
                <a:solidFill>
                  <a:srgbClr val="010300"/>
                </a:solidFill>
                <a:latin typeface="Noto Sans CJK HK"/>
                <a:cs typeface="Noto Sans CJK HK"/>
              </a:rPr>
              <a:t>商業雲端銷售平台</a:t>
            </a:r>
            <a:endParaRPr sz="4200">
              <a:latin typeface="Noto Sans CJK HK"/>
              <a:cs typeface="Noto Sans CJK HK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1641" y="6522466"/>
            <a:ext cx="3360420" cy="51358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3121766" y="5671565"/>
            <a:ext cx="286004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250" b="1">
                <a:solidFill>
                  <a:srgbClr val="010300"/>
                </a:solidFill>
                <a:latin typeface="Noto Sans CJK HK"/>
                <a:cs typeface="Noto Sans CJK HK"/>
              </a:rPr>
              <a:t>社區安全網</a:t>
            </a:r>
            <a:endParaRPr sz="4200">
              <a:latin typeface="Noto Sans CJK HK"/>
              <a:cs typeface="Noto Sans CJK HK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80950" y="6522466"/>
            <a:ext cx="4110863" cy="51358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16000" y="749046"/>
            <a:ext cx="10120630" cy="10007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400" spc="155">
                <a:solidFill>
                  <a:srgbClr val="010300"/>
                </a:solidFill>
              </a:rPr>
              <a:t>五常智慧社區服務生態系統</a:t>
            </a:r>
            <a:endParaRPr sz="6400"/>
          </a:p>
        </p:txBody>
      </p:sp>
      <p:sp>
        <p:nvSpPr>
          <p:cNvPr id="12" name="object 12" descr=""/>
          <p:cNvSpPr txBox="1"/>
          <p:nvPr/>
        </p:nvSpPr>
        <p:spPr>
          <a:xfrm>
            <a:off x="1016000" y="2217546"/>
            <a:ext cx="940435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130" b="1">
                <a:solidFill>
                  <a:srgbClr val="010300"/>
                </a:solidFill>
                <a:latin typeface="Noto Sans CJK HK"/>
                <a:cs typeface="Noto Sans CJK HK"/>
              </a:rPr>
              <a:t>透過科技商業服務、打造公益社區價值</a:t>
            </a:r>
            <a:endParaRPr sz="4200">
              <a:latin typeface="Noto Sans CJK HK"/>
              <a:cs typeface="Noto Sans CJK HK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16000" y="8813393"/>
            <a:ext cx="62287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4185" algn="l"/>
                <a:tab pos="1948180" algn="l"/>
              </a:tabLst>
            </a:pPr>
            <a:r>
              <a:rPr dirty="0" sz="2400" spc="-10" b="1">
                <a:solidFill>
                  <a:srgbClr val="010300"/>
                </a:solidFill>
                <a:latin typeface="Noto Sans CJK HK"/>
                <a:cs typeface="Noto Sans CJK HK"/>
              </a:rPr>
              <a:t>WUCHANG</a:t>
            </a:r>
            <a:r>
              <a:rPr dirty="0" sz="2400" b="1">
                <a:solidFill>
                  <a:srgbClr val="010300"/>
                </a:solidFill>
                <a:latin typeface="Noto Sans CJK HK"/>
                <a:cs typeface="Noto Sans CJK HK"/>
              </a:rPr>
              <a:t>	</a:t>
            </a:r>
            <a:r>
              <a:rPr dirty="0" sz="2400" spc="-50" b="1">
                <a:solidFill>
                  <a:srgbClr val="010300"/>
                </a:solidFill>
                <a:latin typeface="Noto Sans CJK HK"/>
                <a:cs typeface="Noto Sans CJK HK"/>
              </a:rPr>
              <a:t>|</a:t>
            </a:r>
            <a:r>
              <a:rPr dirty="0" sz="2400" b="1">
                <a:solidFill>
                  <a:srgbClr val="010300"/>
                </a:solidFill>
                <a:latin typeface="Noto Sans CJK HK"/>
                <a:cs typeface="Noto Sans CJK HK"/>
              </a:rPr>
              <a:t>	</a:t>
            </a:r>
            <a:r>
              <a:rPr dirty="0" sz="2400" spc="-5" b="1">
                <a:solidFill>
                  <a:srgbClr val="010300"/>
                </a:solidFill>
                <a:latin typeface="Noto Sans CJK HK"/>
                <a:cs typeface="Noto Sans CJK HK"/>
              </a:rPr>
              <a:t>五常物業規劃顧問股份有限公司</a:t>
            </a:r>
            <a:endParaRPr sz="2400">
              <a:latin typeface="Noto Sans CJK HK"/>
              <a:cs typeface="Noto Sans CJK H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dirty="0" spc="90"/>
              <a:t>宣傳影片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5857" y="6988809"/>
            <a:ext cx="1676780" cy="58978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706111"/>
            <a:ext cx="3462528" cy="55808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003012" y="0"/>
            <a:ext cx="285115" cy="10287000"/>
          </a:xfrm>
          <a:custGeom>
            <a:avLst/>
            <a:gdLst/>
            <a:ahLst/>
            <a:cxnLst/>
            <a:rect l="l" t="t" r="r" b="b"/>
            <a:pathLst>
              <a:path w="285115" h="10287000">
                <a:moveTo>
                  <a:pt x="0" y="0"/>
                </a:moveTo>
                <a:lnTo>
                  <a:pt x="0" y="10286996"/>
                </a:lnTo>
                <a:lnTo>
                  <a:pt x="284988" y="10286996"/>
                </a:lnTo>
                <a:lnTo>
                  <a:pt x="284988" y="0"/>
                </a:lnTo>
                <a:lnTo>
                  <a:pt x="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236" y="2636520"/>
            <a:ext cx="2154936" cy="294589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65833" y="5426455"/>
            <a:ext cx="1726564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240" b="1">
                <a:solidFill>
                  <a:srgbClr val="010300"/>
                </a:solidFill>
                <a:latin typeface="Noto Sans CJK HK"/>
                <a:cs typeface="Noto Sans CJK HK"/>
              </a:rPr>
              <a:t>江政隆</a:t>
            </a:r>
            <a:endParaRPr sz="4200">
              <a:latin typeface="Noto Sans CJK HK"/>
              <a:cs typeface="Noto Sans CJK HK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3417" y="6129782"/>
            <a:ext cx="1676400" cy="58978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12926" y="161035"/>
            <a:ext cx="7386320" cy="12452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265">
                <a:solidFill>
                  <a:srgbClr val="010300"/>
                </a:solidFill>
              </a:rPr>
              <a:t>計畫開發管理人</a:t>
            </a:r>
            <a:endParaRPr sz="8000"/>
          </a:p>
        </p:txBody>
      </p:sp>
      <p:grpSp>
        <p:nvGrpSpPr>
          <p:cNvPr id="7" name="object 7" descr=""/>
          <p:cNvGrpSpPr/>
          <p:nvPr/>
        </p:nvGrpSpPr>
        <p:grpSpPr>
          <a:xfrm>
            <a:off x="3791458" y="2029028"/>
            <a:ext cx="13819505" cy="8021320"/>
            <a:chOff x="3791458" y="2029028"/>
            <a:chExt cx="13819505" cy="802132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1458" y="2029028"/>
              <a:ext cx="12145391" cy="59009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1458" y="2602738"/>
              <a:ext cx="2514981" cy="58978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7212" y="2601214"/>
              <a:ext cx="1337310" cy="58978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57060" y="2602738"/>
              <a:ext cx="10465816" cy="589787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24374" y="3172714"/>
              <a:ext cx="12144120" cy="58978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91458" y="3744214"/>
              <a:ext cx="11307191" cy="589788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91458" y="4317492"/>
              <a:ext cx="1676400" cy="58978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91458" y="4888992"/>
              <a:ext cx="13818996" cy="173151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91458" y="6603745"/>
              <a:ext cx="2514981" cy="58978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87212" y="6602222"/>
              <a:ext cx="475488" cy="58978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24956" y="6603745"/>
              <a:ext cx="838200" cy="589787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91458" y="7175245"/>
              <a:ext cx="1676400" cy="589788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91458" y="7745222"/>
              <a:ext cx="13818996" cy="589788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91458" y="8316417"/>
              <a:ext cx="2934081" cy="590092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06312" y="8316417"/>
              <a:ext cx="518160" cy="590092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65392" y="8316417"/>
              <a:ext cx="10884916" cy="590092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91458" y="8890101"/>
              <a:ext cx="13818996" cy="589787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91458" y="9460077"/>
              <a:ext cx="7539609" cy="589788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912094" y="9460077"/>
              <a:ext cx="298703" cy="58978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061446" y="9460077"/>
              <a:ext cx="2095500" cy="58978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737846" y="9460077"/>
              <a:ext cx="298703" cy="589788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887578" y="9460077"/>
              <a:ext cx="1674367" cy="5897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103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4668500" y="0"/>
            <a:ext cx="3619500" cy="10287000"/>
            <a:chOff x="14668500" y="0"/>
            <a:chExt cx="3619500" cy="10287000"/>
          </a:xfrm>
        </p:grpSpPr>
        <p:sp>
          <p:nvSpPr>
            <p:cNvPr id="4" name="object 4" descr=""/>
            <p:cNvSpPr/>
            <p:nvPr/>
          </p:nvSpPr>
          <p:spPr>
            <a:xfrm>
              <a:off x="18003011" y="0"/>
              <a:ext cx="285115" cy="10287000"/>
            </a:xfrm>
            <a:custGeom>
              <a:avLst/>
              <a:gdLst/>
              <a:ahLst/>
              <a:cxnLst/>
              <a:rect l="l" t="t" r="r" b="b"/>
              <a:pathLst>
                <a:path w="285115" h="10287000">
                  <a:moveTo>
                    <a:pt x="0" y="0"/>
                  </a:moveTo>
                  <a:lnTo>
                    <a:pt x="0" y="10286996"/>
                  </a:lnTo>
                  <a:lnTo>
                    <a:pt x="284988" y="10286996"/>
                  </a:lnTo>
                  <a:lnTo>
                    <a:pt x="2849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5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8500" y="4573523"/>
              <a:ext cx="3619500" cy="571347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6000" y="762965"/>
            <a:ext cx="14751685" cy="2343785"/>
          </a:xfrm>
          <a:prstGeom prst="rect"/>
        </p:spPr>
        <p:txBody>
          <a:bodyPr wrap="square" lIns="0" tIns="148590" rIns="0" bIns="0" rtlCol="0" vert="horz">
            <a:spAutoFit/>
          </a:bodyPr>
          <a:lstStyle/>
          <a:p>
            <a:pPr marL="12700" marR="5080">
              <a:lnSpc>
                <a:spcPts val="8640"/>
              </a:lnSpc>
              <a:spcBef>
                <a:spcPts val="1170"/>
              </a:spcBef>
            </a:pPr>
            <a:r>
              <a:rPr dirty="0" sz="8000" spc="270"/>
              <a:t>新北市三重區五常社區發展協會五常物業規劃顧問股份有限公司</a:t>
            </a:r>
            <a:endParaRPr sz="8000"/>
          </a:p>
        </p:txBody>
      </p:sp>
      <p:grpSp>
        <p:nvGrpSpPr>
          <p:cNvPr id="7" name="object 7" descr=""/>
          <p:cNvGrpSpPr/>
          <p:nvPr/>
        </p:nvGrpSpPr>
        <p:grpSpPr>
          <a:xfrm>
            <a:off x="1028700" y="5174869"/>
            <a:ext cx="6848475" cy="589915"/>
            <a:chOff x="1028700" y="5174869"/>
            <a:chExt cx="6848475" cy="58991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700" y="5174869"/>
              <a:ext cx="1664589" cy="58978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55417" y="5174869"/>
              <a:ext cx="4191380" cy="58978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27698" y="5174869"/>
              <a:ext cx="1013459" cy="58978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38466" y="5174869"/>
              <a:ext cx="838200" cy="589788"/>
            </a:xfrm>
            <a:prstGeom prst="rect">
              <a:avLst/>
            </a:prstGeom>
          </p:spPr>
        </p:pic>
      </p:grpSp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8700" y="7056755"/>
            <a:ext cx="6935597" cy="589788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016000" y="4297807"/>
            <a:ext cx="2296160" cy="442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235" b="1">
                <a:solidFill>
                  <a:srgbClr val="FFDB15"/>
                </a:solidFill>
                <a:latin typeface="Noto Sans CJK HK"/>
                <a:cs typeface="Noto Sans CJK HK"/>
              </a:rPr>
              <a:t>地址</a:t>
            </a:r>
            <a:endParaRPr sz="4200">
              <a:latin typeface="Noto Sans CJK HK"/>
              <a:cs typeface="Noto Sans CJK HK"/>
            </a:endParaRPr>
          </a:p>
          <a:p>
            <a:pPr marL="14604" marR="5080" indent="-2540">
              <a:lnSpc>
                <a:spcPct val="294000"/>
              </a:lnSpc>
            </a:pPr>
            <a:r>
              <a:rPr dirty="0" sz="4200" spc="245" b="1">
                <a:solidFill>
                  <a:srgbClr val="FFDB15"/>
                </a:solidFill>
                <a:latin typeface="Noto Sans CJK HK"/>
                <a:cs typeface="Noto Sans CJK HK"/>
              </a:rPr>
              <a:t>電子郵件電話號碼</a:t>
            </a:r>
            <a:endParaRPr sz="4200">
              <a:latin typeface="Noto Sans CJK HK"/>
              <a:cs typeface="Noto Sans CJK HK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028700" y="8938259"/>
            <a:ext cx="3556000" cy="590550"/>
            <a:chOff x="1028700" y="8938259"/>
            <a:chExt cx="3556000" cy="590550"/>
          </a:xfrm>
        </p:grpSpPr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8700" y="8938259"/>
              <a:ext cx="838200" cy="59009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9908" y="8938259"/>
              <a:ext cx="713689" cy="59009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25650" y="8938259"/>
              <a:ext cx="838200" cy="59009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44750" y="8938259"/>
              <a:ext cx="2139696" cy="5900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江政隆</dc:creator>
  <dc:title>社區專勤隊簡報</dc:title>
  <dcterms:created xsi:type="dcterms:W3CDTF">2024-06-25T17:28:35Z</dcterms:created>
  <dcterms:modified xsi:type="dcterms:W3CDTF">2024-06-25T17:28:35Z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2024-06-26T00:00:00Z</vt:filetime>
  </property>
  <property fmtid="{D5CDD505-2E9C-101B-9397-08002B2CF9AE}" pid="3" name="Creator">
    <vt:lpwstr>適用於 Microsoft 365 的 Microsoft® PowerPoint®</vt:lpwstr>
  </property>
  <property fmtid="{D5CDD505-2E9C-101B-9397-08002B2CF9AE}" pid="4" name="LastSaved">
    <vt:filetime>2024-06-25T00:00:00Z</vt:filetime>
  </property>
  <property fmtid="{D5CDD505-2E9C-101B-9397-08002B2CF9AE}" pid="5" name="Producer">
    <vt:lpwstr>3-Heights(TM) PDF Security Shell 4.8.25.2 (http://www.pdf-tools.com)</vt:lpwstr>
  </property>
</Properties>
</file>